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B164C65-F91C-4883-A894-30A7DD52B25B}">
          <p14:sldIdLst>
            <p14:sldId id="256"/>
          </p14:sldIdLst>
        </p14:section>
        <p14:section name="part 1" id="{D1E2292D-5733-4523-B6A7-9BF119F47C6B}">
          <p14:sldIdLst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08E1-4487-CBD3-8273-AA9240795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9E384-471D-81DB-3CAC-585C068B4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7AF21-579D-05C6-696E-DF196E25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01432-4C35-4B32-DE7F-50844EB5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77180-6C71-8EBF-1746-E7C25C5B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335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03186-2B31-777D-2A51-C827E095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2BA81-D157-DD1C-4027-6B5FB3AC6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F64A7-D23D-D2DF-E424-73A1D2C02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919B2-98CA-F9C7-796C-0FE573B4E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1EB07-8F2E-69CC-980B-0AB76B93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15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ADA4-C327-CEF9-CED3-D308EE5D4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DA563-2788-11E5-0455-BD523A478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8FC07-7B29-BCF2-58F0-61BF2720D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6A549-E42A-C3B5-B30F-133D483F8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0B446-ED95-FB7E-B183-8FFEDBB5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84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E3CE-7F4B-6C85-7B7C-900C8414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6F095-E1EA-7DAA-1E4D-0FAE1150B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710F1-834F-C4E4-5D8E-EF0F71EBF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F9F2F-75DD-759C-B002-695EC992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D5E17-E843-6522-94EF-25EBF682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38B0B-4B88-D60D-CD96-14D70EDE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75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6FA0-A6AD-047B-1F15-1717E6B23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FA40C-3AE5-39FC-5308-381D77840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42D25-99D3-E218-530A-1F48DB05E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C40B0-8675-DF1C-6E63-8E6A2DCAA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65A5EB-F73F-43D8-A169-4367541CF2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E81735-6BDF-9FAF-CA63-3BB68D814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872F2E-7795-E7B4-B761-DFBC81634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4CDA64-D9E2-74B7-D6A0-C6802029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85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2995E-55CA-B927-1FF1-5BE55013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DC5299-4998-A183-44F8-76E4DE39C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A15D3-33F7-CF6F-F2CF-6C55DAB5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0BC562-E8A2-36B0-7FCA-710B49AD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64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6E3E9D-394F-138E-3034-50978BEF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DF2E2-5EBA-FBE3-4EC2-362AD1FF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80CB4-8FAB-23F4-CD87-4847D621A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1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50F4B-D679-4806-E5B9-C87407D77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87B31-9883-397A-5CC6-4688044DC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C128C-516F-A2BA-4A75-8C11F0A4D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7966B-2A53-BA3F-2FA8-9852555D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A9909-6A54-AA30-06A2-9F060B2DD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B308E-F54D-6910-F906-1280170EB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7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E04F-B783-28B2-D43C-50122619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F80EC0-86ED-D2CB-7C8E-9424373F2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90542-E046-D6A5-EC55-09663DD84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56EB7-A784-558B-B63C-B1626C893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197DC-60BC-865E-B2A4-F9D051F2C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A1B62-8D8D-6F5D-5203-3AB51770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25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1963A-1AC8-540F-A4F8-84983BD9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C2F5B-2AE0-8C9D-1884-B27B07E2A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76CAB-F7FC-1D04-90E2-8C936FC8C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CF53C-93EB-03F8-680F-5923D6C1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8CA3C-B0B1-8680-C180-DBD9FF19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7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34398-6BAE-A05C-3C0F-133E3D7104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6DF5D-53A3-2411-FA1E-ABC16C270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4B064-1F56-3165-08CC-E2D4086C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3E57F-B3C9-3F4E-765F-CEA04B84A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CBD3-DD10-22B1-99C8-86C02B6C8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78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596CD0-2B46-8B9D-F2A1-D843A6D08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9E834-A0CE-4A1D-D2BA-B8D3A1EFE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539A5-42B7-50EA-D013-1914F482E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CD56E-5957-AD9F-7F83-D432AB4A4A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61CFA-3AD2-14EE-2F5D-06968474C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422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74E2-B062-D8FA-236A-6245A0DE1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 ------ For Live Session Assignment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9C751-F9E3-A2B9-AF7E-8CE9B5298F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Isabella Westlauer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04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D1C4CC-A40E-4C8C-A657-7BFC8652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77899D-44B4-1AA0-D602-E7DE97EF8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93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Unit  ------ For Live Session Assignment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Westlauer, Isabella</dc:creator>
  <cp:lastModifiedBy>Westlauer, Isabella</cp:lastModifiedBy>
  <cp:revision>1</cp:revision>
  <dcterms:created xsi:type="dcterms:W3CDTF">2026-01-23T01:05:28Z</dcterms:created>
  <dcterms:modified xsi:type="dcterms:W3CDTF">2026-01-23T01:07:21Z</dcterms:modified>
</cp:coreProperties>
</file>
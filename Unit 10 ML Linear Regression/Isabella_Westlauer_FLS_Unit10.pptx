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68" r:id="rId5"/>
    <p:sldId id="272" r:id="rId6"/>
    <p:sldId id="274" r:id="rId7"/>
    <p:sldId id="273" r:id="rId8"/>
    <p:sldId id="261" r:id="rId9"/>
    <p:sldId id="275" r:id="rId10"/>
    <p:sldId id="276" r:id="rId11"/>
    <p:sldId id="258" r:id="rId12"/>
    <p:sldId id="263" r:id="rId13"/>
    <p:sldId id="25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164C65-F91C-4883-A894-30A7DD52B25B}">
          <p14:sldIdLst>
            <p14:sldId id="256"/>
          </p14:sldIdLst>
        </p14:section>
        <p14:section name="part 1" id="{D1E2292D-5733-4523-B6A7-9BF119F47C6B}">
          <p14:sldIdLst>
            <p14:sldId id="257"/>
            <p14:sldId id="267"/>
            <p14:sldId id="268"/>
            <p14:sldId id="272"/>
            <p14:sldId id="274"/>
            <p14:sldId id="273"/>
            <p14:sldId id="261"/>
          </p14:sldIdLst>
        </p14:section>
        <p14:section name="part 2" id="{609B1C15-8B31-46E8-B1EA-7843466AD1C3}">
          <p14:sldIdLst>
            <p14:sldId id="275"/>
            <p14:sldId id="276"/>
            <p14:sldId id="258"/>
            <p14:sldId id="263"/>
          </p14:sldIdLst>
        </p14:section>
        <p14:section name="part 3" id="{5AA4789E-11F2-4E4B-A49B-464E73FB047B}">
          <p14:sldIdLst>
            <p14:sldId id="259"/>
            <p14:sldId id="265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6183C-8BD1-4EA5-9B8D-F875B1C856B9}" v="332" dt="2026-03-09T01:40:19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89" autoAdjust="0"/>
  </p:normalViewPr>
  <p:slideViewPr>
    <p:cSldViewPr snapToGrid="0">
      <p:cViewPr>
        <p:scale>
          <a:sx n="76" d="100"/>
          <a:sy n="76" d="100"/>
        </p:scale>
        <p:origin x="11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tlauer, Isabella" userId="bb18fa9b-6a8b-4378-9cf7-3d16afb4bbc0" providerId="ADAL" clId="{2BC41745-1DD1-4AE5-A59A-00E0B0A0A5CA}"/>
    <pc:docChg chg="undo custSel addSld delSld modSld sldOrd addSection modSection">
      <pc:chgData name="Westlauer, Isabella" userId="bb18fa9b-6a8b-4378-9cf7-3d16afb4bbc0" providerId="ADAL" clId="{2BC41745-1DD1-4AE5-A59A-00E0B0A0A5CA}" dt="2026-03-09T01:46:25.769" v="4959" actId="14100"/>
      <pc:docMkLst>
        <pc:docMk/>
      </pc:docMkLst>
      <pc:sldChg chg="addSp delSp modSp mod">
        <pc:chgData name="Westlauer, Isabella" userId="bb18fa9b-6a8b-4378-9cf7-3d16afb4bbc0" providerId="ADAL" clId="{2BC41745-1DD1-4AE5-A59A-00E0B0A0A5CA}" dt="2026-03-08T22:31:59.535" v="2566" actId="1076"/>
        <pc:sldMkLst>
          <pc:docMk/>
          <pc:sldMk cId="1613393479" sldId="257"/>
        </pc:sldMkLst>
        <pc:spChg chg="add mod">
          <ac:chgData name="Westlauer, Isabella" userId="bb18fa9b-6a8b-4378-9cf7-3d16afb4bbc0" providerId="ADAL" clId="{2BC41745-1DD1-4AE5-A59A-00E0B0A0A5CA}" dt="2026-03-08T21:08:04.355" v="1592"/>
          <ac:spMkLst>
            <pc:docMk/>
            <pc:sldMk cId="1613393479" sldId="257"/>
            <ac:spMk id="2" creationId="{B0A73ADE-D81D-37E2-0356-A64C9D9AEB53}"/>
          </ac:spMkLst>
        </pc:spChg>
        <pc:spChg chg="add">
          <ac:chgData name="Westlauer, Isabella" userId="bb18fa9b-6a8b-4378-9cf7-3d16afb4bbc0" providerId="ADAL" clId="{2BC41745-1DD1-4AE5-A59A-00E0B0A0A5CA}" dt="2026-03-08T18:25:39.219" v="43"/>
          <ac:spMkLst>
            <pc:docMk/>
            <pc:sldMk cId="1613393479" sldId="257"/>
            <ac:spMk id="3" creationId="{C1BE3272-4138-CFE2-2F1B-0F7191846502}"/>
          </ac:spMkLst>
        </pc:spChg>
        <pc:spChg chg="add mod">
          <ac:chgData name="Westlauer, Isabella" userId="bb18fa9b-6a8b-4378-9cf7-3d16afb4bbc0" providerId="ADAL" clId="{2BC41745-1DD1-4AE5-A59A-00E0B0A0A5CA}" dt="2026-03-08T21:07:42.711" v="1588" actId="14100"/>
          <ac:spMkLst>
            <pc:docMk/>
            <pc:sldMk cId="1613393479" sldId="257"/>
            <ac:spMk id="5" creationId="{68982F5C-C788-E5DF-EE12-4D0DA7727C29}"/>
          </ac:spMkLst>
        </pc:spChg>
        <pc:spChg chg="mod">
          <ac:chgData name="Westlauer, Isabella" userId="bb18fa9b-6a8b-4378-9cf7-3d16afb4bbc0" providerId="ADAL" clId="{2BC41745-1DD1-4AE5-A59A-00E0B0A0A5CA}" dt="2026-03-08T21:07:56.927" v="1591" actId="14100"/>
          <ac:spMkLst>
            <pc:docMk/>
            <pc:sldMk cId="1613393479" sldId="257"/>
            <ac:spMk id="6" creationId="{E6537480-EE7E-5AA6-1F79-B24FCECC2DCC}"/>
          </ac:spMkLst>
        </pc:spChg>
        <pc:picChg chg="add mod">
          <ac:chgData name="Westlauer, Isabella" userId="bb18fa9b-6a8b-4378-9cf7-3d16afb4bbc0" providerId="ADAL" clId="{2BC41745-1DD1-4AE5-A59A-00E0B0A0A5CA}" dt="2026-03-08T18:33:11.832" v="239" actId="1076"/>
          <ac:picMkLst>
            <pc:docMk/>
            <pc:sldMk cId="1613393479" sldId="257"/>
            <ac:picMk id="4" creationId="{1B56C1D1-8130-C9F5-2189-8BD05AD9BE14}"/>
          </ac:picMkLst>
        </pc:picChg>
        <pc:picChg chg="add del mod">
          <ac:chgData name="Westlauer, Isabella" userId="bb18fa9b-6a8b-4378-9cf7-3d16afb4bbc0" providerId="ADAL" clId="{2BC41745-1DD1-4AE5-A59A-00E0B0A0A5CA}" dt="2026-03-08T21:07:25.776" v="1585" actId="478"/>
          <ac:picMkLst>
            <pc:docMk/>
            <pc:sldMk cId="1613393479" sldId="257"/>
            <ac:picMk id="8" creationId="{817C8961-8757-A2CF-A2A5-A9AAD1AFF60A}"/>
          </ac:picMkLst>
        </pc:picChg>
        <pc:picChg chg="add mod">
          <ac:chgData name="Westlauer, Isabella" userId="bb18fa9b-6a8b-4378-9cf7-3d16afb4bbc0" providerId="ADAL" clId="{2BC41745-1DD1-4AE5-A59A-00E0B0A0A5CA}" dt="2026-03-08T21:07:08.294" v="1584" actId="1076"/>
          <ac:picMkLst>
            <pc:docMk/>
            <pc:sldMk cId="1613393479" sldId="257"/>
            <ac:picMk id="9" creationId="{09061335-66B0-0590-A399-20C402DD4EE4}"/>
          </ac:picMkLst>
        </pc:picChg>
        <pc:picChg chg="add mod">
          <ac:chgData name="Westlauer, Isabella" userId="bb18fa9b-6a8b-4378-9cf7-3d16afb4bbc0" providerId="ADAL" clId="{2BC41745-1DD1-4AE5-A59A-00E0B0A0A5CA}" dt="2026-03-08T22:31:59.535" v="2566" actId="1076"/>
          <ac:picMkLst>
            <pc:docMk/>
            <pc:sldMk cId="1613393479" sldId="257"/>
            <ac:picMk id="17" creationId="{7BD0F22C-8CA2-358B-EC83-BCB37BB5CFF7}"/>
          </ac:picMkLst>
        </pc:picChg>
      </pc:sldChg>
      <pc:sldChg chg="addSp delSp modSp mod modAnim">
        <pc:chgData name="Westlauer, Isabella" userId="bb18fa9b-6a8b-4378-9cf7-3d16afb4bbc0" providerId="ADAL" clId="{2BC41745-1DD1-4AE5-A59A-00E0B0A0A5CA}" dt="2026-03-09T00:59:27.241" v="4042"/>
        <pc:sldMkLst>
          <pc:docMk/>
          <pc:sldMk cId="3949588595" sldId="258"/>
        </pc:sldMkLst>
        <pc:spChg chg="add mod">
          <ac:chgData name="Westlauer, Isabella" userId="bb18fa9b-6a8b-4378-9cf7-3d16afb4bbc0" providerId="ADAL" clId="{2BC41745-1DD1-4AE5-A59A-00E0B0A0A5CA}" dt="2026-03-08T23:12:53.119" v="3114" actId="113"/>
          <ac:spMkLst>
            <pc:docMk/>
            <pc:sldMk cId="3949588595" sldId="258"/>
            <ac:spMk id="2" creationId="{C8E00F6C-7938-E898-D453-EA85626776B6}"/>
          </ac:spMkLst>
        </pc:spChg>
        <pc:spChg chg="del">
          <ac:chgData name="Westlauer, Isabella" userId="bb18fa9b-6a8b-4378-9cf7-3d16afb4bbc0" providerId="ADAL" clId="{2BC41745-1DD1-4AE5-A59A-00E0B0A0A5CA}" dt="2026-03-08T22:11:05.240" v="2546" actId="478"/>
          <ac:spMkLst>
            <pc:docMk/>
            <pc:sldMk cId="3949588595" sldId="258"/>
            <ac:spMk id="3" creationId="{1D93CB55-7456-9505-778D-35F1BFA7E1F7}"/>
          </ac:spMkLst>
        </pc:spChg>
        <pc:spChg chg="add del mod">
          <ac:chgData name="Westlauer, Isabella" userId="bb18fa9b-6a8b-4378-9cf7-3d16afb4bbc0" providerId="ADAL" clId="{2BC41745-1DD1-4AE5-A59A-00E0B0A0A5CA}" dt="2026-03-08T22:11:07.925" v="2547" actId="478"/>
          <ac:spMkLst>
            <pc:docMk/>
            <pc:sldMk cId="3949588595" sldId="258"/>
            <ac:spMk id="5" creationId="{B5CAD277-CBFC-88A0-02C2-D564899ADA22}"/>
          </ac:spMkLst>
        </pc:spChg>
        <pc:spChg chg="add mod">
          <ac:chgData name="Westlauer, Isabella" userId="bb18fa9b-6a8b-4378-9cf7-3d16afb4bbc0" providerId="ADAL" clId="{2BC41745-1DD1-4AE5-A59A-00E0B0A0A5CA}" dt="2026-03-08T23:13:19.560" v="3128" actId="1035"/>
          <ac:spMkLst>
            <pc:docMk/>
            <pc:sldMk cId="3949588595" sldId="258"/>
            <ac:spMk id="6" creationId="{EB17BD99-E16F-8E0F-AC9E-8A6A6CCD0B9D}"/>
          </ac:spMkLst>
        </pc:spChg>
        <pc:spChg chg="add mod">
          <ac:chgData name="Westlauer, Isabella" userId="bb18fa9b-6a8b-4378-9cf7-3d16afb4bbc0" providerId="ADAL" clId="{2BC41745-1DD1-4AE5-A59A-00E0B0A0A5CA}" dt="2026-03-08T23:34:26.598" v="3743" actId="6549"/>
          <ac:spMkLst>
            <pc:docMk/>
            <pc:sldMk cId="3949588595" sldId="258"/>
            <ac:spMk id="7" creationId="{A1D5D228-07DD-C74F-7513-47342BD1B8FC}"/>
          </ac:spMkLst>
        </pc:spChg>
        <pc:spChg chg="add mod">
          <ac:chgData name="Westlauer, Isabella" userId="bb18fa9b-6a8b-4378-9cf7-3d16afb4bbc0" providerId="ADAL" clId="{2BC41745-1DD1-4AE5-A59A-00E0B0A0A5CA}" dt="2026-03-08T23:31:11.607" v="3719" actId="1036"/>
          <ac:spMkLst>
            <pc:docMk/>
            <pc:sldMk cId="3949588595" sldId="258"/>
            <ac:spMk id="9" creationId="{CDE70A26-0F19-8D71-43A7-EBDEBC4B5006}"/>
          </ac:spMkLst>
        </pc:spChg>
        <pc:spChg chg="add mod">
          <ac:chgData name="Westlauer, Isabella" userId="bb18fa9b-6a8b-4378-9cf7-3d16afb4bbc0" providerId="ADAL" clId="{2BC41745-1DD1-4AE5-A59A-00E0B0A0A5CA}" dt="2026-03-08T23:30:11.110" v="3692" actId="113"/>
          <ac:spMkLst>
            <pc:docMk/>
            <pc:sldMk cId="3949588595" sldId="258"/>
            <ac:spMk id="11" creationId="{2C3FE531-3D55-7D1B-CD10-B344F80C7BE6}"/>
          </ac:spMkLst>
        </pc:spChg>
        <pc:graphicFrameChg chg="add mod modGraphic">
          <ac:chgData name="Westlauer, Isabella" userId="bb18fa9b-6a8b-4378-9cf7-3d16afb4bbc0" providerId="ADAL" clId="{2BC41745-1DD1-4AE5-A59A-00E0B0A0A5CA}" dt="2026-03-08T23:31:11.607" v="3719" actId="1036"/>
          <ac:graphicFrameMkLst>
            <pc:docMk/>
            <pc:sldMk cId="3949588595" sldId="258"/>
            <ac:graphicFrameMk id="8" creationId="{F0678B9B-0529-40C5-4AE8-21DD6EA5E79B}"/>
          </ac:graphicFrameMkLst>
        </pc:graphicFrameChg>
        <pc:picChg chg="add mod ord modCrop">
          <ac:chgData name="Westlauer, Isabella" userId="bb18fa9b-6a8b-4378-9cf7-3d16afb4bbc0" providerId="ADAL" clId="{2BC41745-1DD1-4AE5-A59A-00E0B0A0A5CA}" dt="2026-03-08T23:30:51.498" v="3707" actId="732"/>
          <ac:picMkLst>
            <pc:docMk/>
            <pc:sldMk cId="3949588595" sldId="258"/>
            <ac:picMk id="10" creationId="{A0DCF991-F819-F8D3-6203-DCE1C949156A}"/>
          </ac:picMkLst>
        </pc:picChg>
        <pc:picChg chg="add del mod">
          <ac:chgData name="Westlauer, Isabella" userId="bb18fa9b-6a8b-4378-9cf7-3d16afb4bbc0" providerId="ADAL" clId="{2BC41745-1DD1-4AE5-A59A-00E0B0A0A5CA}" dt="2026-03-09T00:57:22.761" v="4015" actId="478"/>
          <ac:picMkLst>
            <pc:docMk/>
            <pc:sldMk cId="3949588595" sldId="258"/>
            <ac:picMk id="12" creationId="{3F8DA27B-0D2F-03F1-28A2-3E9A1245C24F}"/>
          </ac:picMkLst>
        </pc:picChg>
        <pc:picChg chg="add del mod">
          <ac:chgData name="Westlauer, Isabella" userId="bb18fa9b-6a8b-4378-9cf7-3d16afb4bbc0" providerId="ADAL" clId="{2BC41745-1DD1-4AE5-A59A-00E0B0A0A5CA}" dt="2026-03-09T00:57:22.761" v="4015" actId="478"/>
          <ac:picMkLst>
            <pc:docMk/>
            <pc:sldMk cId="3949588595" sldId="258"/>
            <ac:picMk id="13" creationId="{B0018A1C-4D6E-4E49-8396-7B6F0CADEBFC}"/>
          </ac:picMkLst>
        </pc:picChg>
        <pc:picChg chg="add del mod">
          <ac:chgData name="Westlauer, Isabella" userId="bb18fa9b-6a8b-4378-9cf7-3d16afb4bbc0" providerId="ADAL" clId="{2BC41745-1DD1-4AE5-A59A-00E0B0A0A5CA}" dt="2026-03-09T00:57:22.761" v="4015" actId="478"/>
          <ac:picMkLst>
            <pc:docMk/>
            <pc:sldMk cId="3949588595" sldId="258"/>
            <ac:picMk id="14" creationId="{494C5570-74D1-8AB6-965C-46397E64359E}"/>
          </ac:picMkLst>
        </pc:picChg>
        <pc:picChg chg="add mod">
          <ac:chgData name="Westlauer, Isabella" userId="bb18fa9b-6a8b-4378-9cf7-3d16afb4bbc0" providerId="ADAL" clId="{2BC41745-1DD1-4AE5-A59A-00E0B0A0A5CA}" dt="2026-03-09T00:59:27.241" v="4042"/>
          <ac:picMkLst>
            <pc:docMk/>
            <pc:sldMk cId="3949588595" sldId="258"/>
            <ac:picMk id="15" creationId="{B834C600-7B86-8E32-9112-54C8C584FC50}"/>
          </ac:picMkLst>
        </pc:picChg>
      </pc:sldChg>
      <pc:sldChg chg="addSp delSp modSp mod modNotesTx">
        <pc:chgData name="Westlauer, Isabella" userId="bb18fa9b-6a8b-4378-9cf7-3d16afb4bbc0" providerId="ADAL" clId="{2BC41745-1DD1-4AE5-A59A-00E0B0A0A5CA}" dt="2026-03-09T01:46:25.769" v="4959" actId="14100"/>
        <pc:sldMkLst>
          <pc:docMk/>
          <pc:sldMk cId="3260714154" sldId="259"/>
        </pc:sldMkLst>
        <pc:spChg chg="add mod">
          <ac:chgData name="Westlauer, Isabella" userId="bb18fa9b-6a8b-4378-9cf7-3d16afb4bbc0" providerId="ADAL" clId="{2BC41745-1DD1-4AE5-A59A-00E0B0A0A5CA}" dt="2026-03-09T01:26:43.706" v="4429" actId="14100"/>
          <ac:spMkLst>
            <pc:docMk/>
            <pc:sldMk cId="3260714154" sldId="259"/>
            <ac:spMk id="3" creationId="{D19EE891-9A37-5228-B745-C5F45D3E79F8}"/>
          </ac:spMkLst>
        </pc:spChg>
        <pc:spChg chg="add del mod">
          <ac:chgData name="Westlauer, Isabella" userId="bb18fa9b-6a8b-4378-9cf7-3d16afb4bbc0" providerId="ADAL" clId="{2BC41745-1DD1-4AE5-A59A-00E0B0A0A5CA}" dt="2026-03-09T01:26:18.762" v="4423" actId="21"/>
          <ac:spMkLst>
            <pc:docMk/>
            <pc:sldMk cId="3260714154" sldId="259"/>
            <ac:spMk id="4" creationId="{D8FA840D-32E9-1391-4429-6D1026B06AF0}"/>
          </ac:spMkLst>
        </pc:spChg>
        <pc:spChg chg="del mod">
          <ac:chgData name="Westlauer, Isabella" userId="bb18fa9b-6a8b-4378-9cf7-3d16afb4bbc0" providerId="ADAL" clId="{2BC41745-1DD1-4AE5-A59A-00E0B0A0A5CA}" dt="2026-03-09T01:07:38.005" v="4333" actId="478"/>
          <ac:spMkLst>
            <pc:docMk/>
            <pc:sldMk cId="3260714154" sldId="259"/>
            <ac:spMk id="5" creationId="{43D5989D-EBEF-2CD1-0727-7A0545D7EE48}"/>
          </ac:spMkLst>
        </pc:spChg>
        <pc:spChg chg="add mod">
          <ac:chgData name="Westlauer, Isabella" userId="bb18fa9b-6a8b-4378-9cf7-3d16afb4bbc0" providerId="ADAL" clId="{2BC41745-1DD1-4AE5-A59A-00E0B0A0A5CA}" dt="2026-03-09T01:46:25.769" v="4959" actId="14100"/>
          <ac:spMkLst>
            <pc:docMk/>
            <pc:sldMk cId="3260714154" sldId="259"/>
            <ac:spMk id="6" creationId="{8CE38BEB-7E6E-176F-7442-2658C070610F}"/>
          </ac:spMkLst>
        </pc:spChg>
        <pc:spChg chg="add">
          <ac:chgData name="Westlauer, Isabella" userId="bb18fa9b-6a8b-4378-9cf7-3d16afb4bbc0" providerId="ADAL" clId="{2BC41745-1DD1-4AE5-A59A-00E0B0A0A5CA}" dt="2026-03-09T01:25:25.952" v="4366"/>
          <ac:spMkLst>
            <pc:docMk/>
            <pc:sldMk cId="3260714154" sldId="259"/>
            <ac:spMk id="7" creationId="{3488FDFD-BD11-3811-57D0-46718C65FE4A}"/>
          </ac:spMkLst>
        </pc:spChg>
        <pc:picChg chg="add mod">
          <ac:chgData name="Westlauer, Isabella" userId="bb18fa9b-6a8b-4378-9cf7-3d16afb4bbc0" providerId="ADAL" clId="{2BC41745-1DD1-4AE5-A59A-00E0B0A0A5CA}" dt="2026-03-09T00:53:59.047" v="4009" actId="1076"/>
          <ac:picMkLst>
            <pc:docMk/>
            <pc:sldMk cId="3260714154" sldId="259"/>
            <ac:picMk id="2" creationId="{8489EE82-5847-7113-50F3-03F2AC6666A6}"/>
          </ac:picMkLst>
        </pc:picChg>
        <pc:picChg chg="add mod">
          <ac:chgData name="Westlauer, Isabella" userId="bb18fa9b-6a8b-4378-9cf7-3d16afb4bbc0" providerId="ADAL" clId="{2BC41745-1DD1-4AE5-A59A-00E0B0A0A5CA}" dt="2026-03-09T01:26:52.394" v="4431" actId="1076"/>
          <ac:picMkLst>
            <pc:docMk/>
            <pc:sldMk cId="3260714154" sldId="259"/>
            <ac:picMk id="8" creationId="{997EAD80-3ED6-70DE-8AE1-666618D4403A}"/>
          </ac:picMkLst>
        </pc:picChg>
      </pc:sldChg>
      <pc:sldChg chg="addSp delSp modSp del mod">
        <pc:chgData name="Westlauer, Isabella" userId="bb18fa9b-6a8b-4378-9cf7-3d16afb4bbc0" providerId="ADAL" clId="{2BC41745-1DD1-4AE5-A59A-00E0B0A0A5CA}" dt="2026-03-08T20:23:20.617" v="1319" actId="2696"/>
        <pc:sldMkLst>
          <pc:docMk/>
          <pc:sldMk cId="457125163" sldId="260"/>
        </pc:sldMkLst>
        <pc:spChg chg="add del mod">
          <ac:chgData name="Westlauer, Isabella" userId="bb18fa9b-6a8b-4378-9cf7-3d16afb4bbc0" providerId="ADAL" clId="{2BC41745-1DD1-4AE5-A59A-00E0B0A0A5CA}" dt="2026-03-08T20:23:04.551" v="1315" actId="478"/>
          <ac:spMkLst>
            <pc:docMk/>
            <pc:sldMk cId="457125163" sldId="260"/>
            <ac:spMk id="2" creationId="{DEA3A397-E59F-B20A-DDC7-D1E4E6BBE7B8}"/>
          </ac:spMkLst>
        </pc:spChg>
        <pc:spChg chg="del mod">
          <ac:chgData name="Westlauer, Isabella" userId="bb18fa9b-6a8b-4378-9cf7-3d16afb4bbc0" providerId="ADAL" clId="{2BC41745-1DD1-4AE5-A59A-00E0B0A0A5CA}" dt="2026-03-08T20:23:13.905" v="1318"/>
          <ac:spMkLst>
            <pc:docMk/>
            <pc:sldMk cId="457125163" sldId="260"/>
            <ac:spMk id="3" creationId="{612BBA8B-3329-32BF-0980-1176B0D8D1DA}"/>
          </ac:spMkLst>
        </pc:spChg>
      </pc:sldChg>
      <pc:sldChg chg="addSp delSp modSp mod">
        <pc:chgData name="Westlauer, Isabella" userId="bb18fa9b-6a8b-4378-9cf7-3d16afb4bbc0" providerId="ADAL" clId="{2BC41745-1DD1-4AE5-A59A-00E0B0A0A5CA}" dt="2026-03-08T22:34:54.440" v="2616" actId="20577"/>
        <pc:sldMkLst>
          <pc:docMk/>
          <pc:sldMk cId="1103045426" sldId="261"/>
        </pc:sldMkLst>
        <pc:spChg chg="add mod">
          <ac:chgData name="Westlauer, Isabella" userId="bb18fa9b-6a8b-4378-9cf7-3d16afb4bbc0" providerId="ADAL" clId="{2BC41745-1DD1-4AE5-A59A-00E0B0A0A5CA}" dt="2026-03-08T22:34:54.440" v="2616" actId="20577"/>
          <ac:spMkLst>
            <pc:docMk/>
            <pc:sldMk cId="1103045426" sldId="261"/>
            <ac:spMk id="4" creationId="{F74BB770-831A-5D4D-E16F-ED31FABC45B1}"/>
          </ac:spMkLst>
        </pc:spChg>
        <pc:picChg chg="add del">
          <ac:chgData name="Westlauer, Isabella" userId="bb18fa9b-6a8b-4378-9cf7-3d16afb4bbc0" providerId="ADAL" clId="{2BC41745-1DD1-4AE5-A59A-00E0B0A0A5CA}" dt="2026-03-08T22:02:49.477" v="2277" actId="478"/>
          <ac:picMkLst>
            <pc:docMk/>
            <pc:sldMk cId="1103045426" sldId="261"/>
            <ac:picMk id="2" creationId="{19CC4C83-1B5E-9934-2BB0-B88345D4C300}"/>
          </ac:picMkLst>
        </pc:picChg>
        <pc:picChg chg="add mod">
          <ac:chgData name="Westlauer, Isabella" userId="bb18fa9b-6a8b-4378-9cf7-3d16afb4bbc0" providerId="ADAL" clId="{2BC41745-1DD1-4AE5-A59A-00E0B0A0A5CA}" dt="2026-03-08T22:04:07.290" v="2280"/>
          <ac:picMkLst>
            <pc:docMk/>
            <pc:sldMk cId="1103045426" sldId="261"/>
            <ac:picMk id="5122" creationId="{63681B71-B85A-4B53-1004-239B3CDD1FDB}"/>
          </ac:picMkLst>
        </pc:picChg>
      </pc:sldChg>
      <pc:sldChg chg="addSp delSp modSp del mod">
        <pc:chgData name="Westlauer, Isabella" userId="bb18fa9b-6a8b-4378-9cf7-3d16afb4bbc0" providerId="ADAL" clId="{2BC41745-1DD1-4AE5-A59A-00E0B0A0A5CA}" dt="2026-03-08T23:13:39.345" v="3130" actId="2696"/>
        <pc:sldMkLst>
          <pc:docMk/>
          <pc:sldMk cId="4108960684" sldId="262"/>
        </pc:sldMkLst>
        <pc:spChg chg="add">
          <ac:chgData name="Westlauer, Isabella" userId="bb18fa9b-6a8b-4378-9cf7-3d16afb4bbc0" providerId="ADAL" clId="{2BC41745-1DD1-4AE5-A59A-00E0B0A0A5CA}" dt="2026-03-08T23:06:19.230" v="2618"/>
          <ac:spMkLst>
            <pc:docMk/>
            <pc:sldMk cId="4108960684" sldId="262"/>
            <ac:spMk id="2" creationId="{D048FCC3-9083-1CFF-140E-163B2502866D}"/>
          </ac:spMkLst>
        </pc:spChg>
        <pc:spChg chg="add del mod">
          <ac:chgData name="Westlauer, Isabella" userId="bb18fa9b-6a8b-4378-9cf7-3d16afb4bbc0" providerId="ADAL" clId="{2BC41745-1DD1-4AE5-A59A-00E0B0A0A5CA}" dt="2026-03-08T23:12:05.491" v="3020" actId="21"/>
          <ac:spMkLst>
            <pc:docMk/>
            <pc:sldMk cId="4108960684" sldId="262"/>
            <ac:spMk id="4" creationId="{2C3FE531-3D55-7D1B-CD10-B344F80C7BE6}"/>
          </ac:spMkLst>
        </pc:spChg>
        <pc:picChg chg="add mod">
          <ac:chgData name="Westlauer, Isabella" userId="bb18fa9b-6a8b-4378-9cf7-3d16afb4bbc0" providerId="ADAL" clId="{2BC41745-1DD1-4AE5-A59A-00E0B0A0A5CA}" dt="2026-03-08T23:07:19.203" v="2720" actId="1076"/>
          <ac:picMkLst>
            <pc:docMk/>
            <pc:sldMk cId="4108960684" sldId="262"/>
            <ac:picMk id="3" creationId="{BE97A60C-B1CD-BD6C-789F-312CD71DCDA5}"/>
          </ac:picMkLst>
        </pc:picChg>
        <pc:picChg chg="add del mod">
          <ac:chgData name="Westlauer, Isabella" userId="bb18fa9b-6a8b-4378-9cf7-3d16afb4bbc0" providerId="ADAL" clId="{2BC41745-1DD1-4AE5-A59A-00E0B0A0A5CA}" dt="2026-03-08T23:12:05.491" v="3020" actId="21"/>
          <ac:picMkLst>
            <pc:docMk/>
            <pc:sldMk cId="4108960684" sldId="262"/>
            <ac:picMk id="7" creationId="{3F8DA27B-0D2F-03F1-28A2-3E9A1245C24F}"/>
          </ac:picMkLst>
        </pc:picChg>
        <pc:picChg chg="add del mod">
          <ac:chgData name="Westlauer, Isabella" userId="bb18fa9b-6a8b-4378-9cf7-3d16afb4bbc0" providerId="ADAL" clId="{2BC41745-1DD1-4AE5-A59A-00E0B0A0A5CA}" dt="2026-03-08T23:12:05.491" v="3020" actId="21"/>
          <ac:picMkLst>
            <pc:docMk/>
            <pc:sldMk cId="4108960684" sldId="262"/>
            <ac:picMk id="8" creationId="{B0018A1C-4D6E-4E49-8396-7B6F0CADEBFC}"/>
          </ac:picMkLst>
        </pc:picChg>
        <pc:picChg chg="add del mod">
          <ac:chgData name="Westlauer, Isabella" userId="bb18fa9b-6a8b-4378-9cf7-3d16afb4bbc0" providerId="ADAL" clId="{2BC41745-1DD1-4AE5-A59A-00E0B0A0A5CA}" dt="2026-03-08T23:12:05.491" v="3020" actId="21"/>
          <ac:picMkLst>
            <pc:docMk/>
            <pc:sldMk cId="4108960684" sldId="262"/>
            <ac:picMk id="9" creationId="{494C5570-74D1-8AB6-965C-46397E64359E}"/>
          </ac:picMkLst>
        </pc:picChg>
      </pc:sldChg>
      <pc:sldChg chg="addSp delSp modSp mod">
        <pc:chgData name="Westlauer, Isabella" userId="bb18fa9b-6a8b-4378-9cf7-3d16afb4bbc0" providerId="ADAL" clId="{2BC41745-1DD1-4AE5-A59A-00E0B0A0A5CA}" dt="2026-03-09T01:37:39.691" v="4548" actId="20577"/>
        <pc:sldMkLst>
          <pc:docMk/>
          <pc:sldMk cId="1355021641" sldId="263"/>
        </pc:sldMkLst>
        <pc:spChg chg="del">
          <ac:chgData name="Westlauer, Isabella" userId="bb18fa9b-6a8b-4378-9cf7-3d16afb4bbc0" providerId="ADAL" clId="{2BC41745-1DD1-4AE5-A59A-00E0B0A0A5CA}" dt="2026-03-08T23:44:03.711" v="3791" actId="478"/>
          <ac:spMkLst>
            <pc:docMk/>
            <pc:sldMk cId="1355021641" sldId="263"/>
            <ac:spMk id="3" creationId="{99434191-6CE7-21CF-445A-11C9938F4A66}"/>
          </ac:spMkLst>
        </pc:spChg>
        <pc:spChg chg="add del mod">
          <ac:chgData name="Westlauer, Isabella" userId="bb18fa9b-6a8b-4378-9cf7-3d16afb4bbc0" providerId="ADAL" clId="{2BC41745-1DD1-4AE5-A59A-00E0B0A0A5CA}" dt="2026-03-08T23:40:04.459" v="3754"/>
          <ac:spMkLst>
            <pc:docMk/>
            <pc:sldMk cId="1355021641" sldId="263"/>
            <ac:spMk id="4" creationId="{AA2E16DE-DB5F-07E5-EC41-E87D9FF9C08E}"/>
          </ac:spMkLst>
        </pc:spChg>
        <pc:spChg chg="add del">
          <ac:chgData name="Westlauer, Isabella" userId="bb18fa9b-6a8b-4378-9cf7-3d16afb4bbc0" providerId="ADAL" clId="{2BC41745-1DD1-4AE5-A59A-00E0B0A0A5CA}" dt="2026-03-08T23:40:42.651" v="3761" actId="478"/>
          <ac:spMkLst>
            <pc:docMk/>
            <pc:sldMk cId="1355021641" sldId="263"/>
            <ac:spMk id="6" creationId="{E2047B4D-87D6-6C30-36CC-9DF195F57996}"/>
          </ac:spMkLst>
        </pc:spChg>
        <pc:spChg chg="add mod">
          <ac:chgData name="Westlauer, Isabella" userId="bb18fa9b-6a8b-4378-9cf7-3d16afb4bbc0" providerId="ADAL" clId="{2BC41745-1DD1-4AE5-A59A-00E0B0A0A5CA}" dt="2026-03-09T01:37:39.691" v="4548" actId="20577"/>
          <ac:spMkLst>
            <pc:docMk/>
            <pc:sldMk cId="1355021641" sldId="263"/>
            <ac:spMk id="7" creationId="{6F4FC8A8-3116-B34D-C5DF-A5E8FD011827}"/>
          </ac:spMkLst>
        </pc:spChg>
        <pc:spChg chg="add mod">
          <ac:chgData name="Westlauer, Isabella" userId="bb18fa9b-6a8b-4378-9cf7-3d16afb4bbc0" providerId="ADAL" clId="{2BC41745-1DD1-4AE5-A59A-00E0B0A0A5CA}" dt="2026-03-09T01:32:07.956" v="4537" actId="20577"/>
          <ac:spMkLst>
            <pc:docMk/>
            <pc:sldMk cId="1355021641" sldId="263"/>
            <ac:spMk id="8" creationId="{863FC52B-9314-7412-8E43-6FFCED678D99}"/>
          </ac:spMkLst>
        </pc:spChg>
        <pc:spChg chg="add mod">
          <ac:chgData name="Westlauer, Isabella" userId="bb18fa9b-6a8b-4378-9cf7-3d16afb4bbc0" providerId="ADAL" clId="{2BC41745-1DD1-4AE5-A59A-00E0B0A0A5CA}" dt="2026-03-09T01:37:15.059" v="4547" actId="20577"/>
          <ac:spMkLst>
            <pc:docMk/>
            <pc:sldMk cId="1355021641" sldId="263"/>
            <ac:spMk id="10" creationId="{260C7B9A-B71E-921F-F242-102B7674B698}"/>
          </ac:spMkLst>
        </pc:spChg>
        <pc:picChg chg="add mod">
          <ac:chgData name="Westlauer, Isabella" userId="bb18fa9b-6a8b-4378-9cf7-3d16afb4bbc0" providerId="ADAL" clId="{2BC41745-1DD1-4AE5-A59A-00E0B0A0A5CA}" dt="2026-03-08T23:39:56.828" v="3751" actId="1076"/>
          <ac:picMkLst>
            <pc:docMk/>
            <pc:sldMk cId="1355021641" sldId="263"/>
            <ac:picMk id="2" creationId="{D0EF00D4-E728-04AE-8170-A2B5C3541B58}"/>
          </ac:picMkLst>
        </pc:picChg>
        <pc:picChg chg="add mod">
          <ac:chgData name="Westlauer, Isabella" userId="bb18fa9b-6a8b-4378-9cf7-3d16afb4bbc0" providerId="ADAL" clId="{2BC41745-1DD1-4AE5-A59A-00E0B0A0A5CA}" dt="2026-03-08T23:44:35.242" v="3793" actId="1076"/>
          <ac:picMkLst>
            <pc:docMk/>
            <pc:sldMk cId="1355021641" sldId="263"/>
            <ac:picMk id="9" creationId="{87DF86B6-6884-7FB4-91F5-4711DEAD3FBA}"/>
          </ac:picMkLst>
        </pc:picChg>
        <pc:picChg chg="add mod">
          <ac:chgData name="Westlauer, Isabella" userId="bb18fa9b-6a8b-4378-9cf7-3d16afb4bbc0" providerId="ADAL" clId="{2BC41745-1DD1-4AE5-A59A-00E0B0A0A5CA}" dt="2026-03-09T00:48:50.490" v="3884" actId="1076"/>
          <ac:picMkLst>
            <pc:docMk/>
            <pc:sldMk cId="1355021641" sldId="263"/>
            <ac:picMk id="12" creationId="{42DC1987-4C5A-DC21-C853-EA10818AD60F}"/>
          </ac:picMkLst>
        </pc:picChg>
      </pc:sldChg>
      <pc:sldChg chg="del">
        <pc:chgData name="Westlauer, Isabella" userId="bb18fa9b-6a8b-4378-9cf7-3d16afb4bbc0" providerId="ADAL" clId="{2BC41745-1DD1-4AE5-A59A-00E0B0A0A5CA}" dt="2026-03-09T00:50:03.630" v="4005" actId="2696"/>
        <pc:sldMkLst>
          <pc:docMk/>
          <pc:sldMk cId="1416085926" sldId="264"/>
        </pc:sldMkLst>
      </pc:sldChg>
      <pc:sldChg chg="addSp delSp modSp mod">
        <pc:chgData name="Westlauer, Isabella" userId="bb18fa9b-6a8b-4378-9cf7-3d16afb4bbc0" providerId="ADAL" clId="{2BC41745-1DD1-4AE5-A59A-00E0B0A0A5CA}" dt="2026-03-09T01:43:25.635" v="4658" actId="14100"/>
        <pc:sldMkLst>
          <pc:docMk/>
          <pc:sldMk cId="1504447131" sldId="265"/>
        </pc:sldMkLst>
        <pc:spChg chg="del">
          <ac:chgData name="Westlauer, Isabella" userId="bb18fa9b-6a8b-4378-9cf7-3d16afb4bbc0" providerId="ADAL" clId="{2BC41745-1DD1-4AE5-A59A-00E0B0A0A5CA}" dt="2026-03-09T01:08:13.612" v="4351" actId="478"/>
          <ac:spMkLst>
            <pc:docMk/>
            <pc:sldMk cId="1504447131" sldId="265"/>
            <ac:spMk id="3" creationId="{132D84EA-EEC9-0775-71E1-635A428813B8}"/>
          </ac:spMkLst>
        </pc:spChg>
        <pc:spChg chg="add mod">
          <ac:chgData name="Westlauer, Isabella" userId="bb18fa9b-6a8b-4378-9cf7-3d16afb4bbc0" providerId="ADAL" clId="{2BC41745-1DD1-4AE5-A59A-00E0B0A0A5CA}" dt="2026-03-09T01:42:54.981" v="4652" actId="1076"/>
          <ac:spMkLst>
            <pc:docMk/>
            <pc:sldMk cId="1504447131" sldId="265"/>
            <ac:spMk id="4" creationId="{D8FA840D-32E9-1391-4429-6D1026B06AF0}"/>
          </ac:spMkLst>
        </pc:spChg>
        <pc:spChg chg="add">
          <ac:chgData name="Westlauer, Isabella" userId="bb18fa9b-6a8b-4378-9cf7-3d16afb4bbc0" providerId="ADAL" clId="{2BC41745-1DD1-4AE5-A59A-00E0B0A0A5CA}" dt="2026-03-09T01:29:55.841" v="4489"/>
          <ac:spMkLst>
            <pc:docMk/>
            <pc:sldMk cId="1504447131" sldId="265"/>
            <ac:spMk id="7" creationId="{56361152-C783-D4CC-ACB9-9C421B0DFBBF}"/>
          </ac:spMkLst>
        </pc:spChg>
        <pc:spChg chg="add mod ord">
          <ac:chgData name="Westlauer, Isabella" userId="bb18fa9b-6a8b-4378-9cf7-3d16afb4bbc0" providerId="ADAL" clId="{2BC41745-1DD1-4AE5-A59A-00E0B0A0A5CA}" dt="2026-03-09T01:43:00.766" v="4654" actId="167"/>
          <ac:spMkLst>
            <pc:docMk/>
            <pc:sldMk cId="1504447131" sldId="265"/>
            <ac:spMk id="9" creationId="{47DF7EF1-8403-FA41-E50A-B1C0C37134EC}"/>
          </ac:spMkLst>
        </pc:spChg>
        <pc:picChg chg="add mod modCrop">
          <ac:chgData name="Westlauer, Isabella" userId="bb18fa9b-6a8b-4378-9cf7-3d16afb4bbc0" providerId="ADAL" clId="{2BC41745-1DD1-4AE5-A59A-00E0B0A0A5CA}" dt="2026-03-09T01:43:25.635" v="4658" actId="14100"/>
          <ac:picMkLst>
            <pc:docMk/>
            <pc:sldMk cId="1504447131" sldId="265"/>
            <ac:picMk id="2" creationId="{E6069CEF-1631-8B41-8B1F-16DB47A3B78B}"/>
          </ac:picMkLst>
        </pc:picChg>
        <pc:picChg chg="add mod ord">
          <ac:chgData name="Westlauer, Isabella" userId="bb18fa9b-6a8b-4378-9cf7-3d16afb4bbc0" providerId="ADAL" clId="{2BC41745-1DD1-4AE5-A59A-00E0B0A0A5CA}" dt="2026-03-09T01:42:26.068" v="4603" actId="166"/>
          <ac:picMkLst>
            <pc:docMk/>
            <pc:sldMk cId="1504447131" sldId="265"/>
            <ac:picMk id="6" creationId="{2202F206-DFA4-BCCE-FE4B-40342FC16268}"/>
          </ac:picMkLst>
        </pc:picChg>
        <pc:picChg chg="add mod ord">
          <ac:chgData name="Westlauer, Isabella" userId="bb18fa9b-6a8b-4378-9cf7-3d16afb4bbc0" providerId="ADAL" clId="{2BC41745-1DD1-4AE5-A59A-00E0B0A0A5CA}" dt="2026-03-09T01:43:16.280" v="4657" actId="167"/>
          <ac:picMkLst>
            <pc:docMk/>
            <pc:sldMk cId="1504447131" sldId="265"/>
            <ac:picMk id="8" creationId="{643FF646-C9A7-79B4-B925-D083576F4F7E}"/>
          </ac:picMkLst>
        </pc:picChg>
        <pc:picChg chg="add mod">
          <ac:chgData name="Westlauer, Isabella" userId="bb18fa9b-6a8b-4378-9cf7-3d16afb4bbc0" providerId="ADAL" clId="{2BC41745-1DD1-4AE5-A59A-00E0B0A0A5CA}" dt="2026-03-09T01:42:31.483" v="4604" actId="1076"/>
          <ac:picMkLst>
            <pc:docMk/>
            <pc:sldMk cId="1504447131" sldId="265"/>
            <ac:picMk id="11" creationId="{15984602-34C7-1CA9-4466-12DED0EE0132}"/>
          </ac:picMkLst>
        </pc:picChg>
      </pc:sldChg>
      <pc:sldChg chg="delSp del mod">
        <pc:chgData name="Westlauer, Isabella" userId="bb18fa9b-6a8b-4378-9cf7-3d16afb4bbc0" providerId="ADAL" clId="{2BC41745-1DD1-4AE5-A59A-00E0B0A0A5CA}" dt="2026-03-09T01:43:31.783" v="4659" actId="2696"/>
        <pc:sldMkLst>
          <pc:docMk/>
          <pc:sldMk cId="1513451678" sldId="266"/>
        </pc:sldMkLst>
        <pc:spChg chg="del">
          <ac:chgData name="Westlauer, Isabella" userId="bb18fa9b-6a8b-4378-9cf7-3d16afb4bbc0" providerId="ADAL" clId="{2BC41745-1DD1-4AE5-A59A-00E0B0A0A5CA}" dt="2026-03-09T01:08:19.110" v="4352" actId="21"/>
          <ac:spMkLst>
            <pc:docMk/>
            <pc:sldMk cId="1513451678" sldId="266"/>
            <ac:spMk id="3" creationId="{D8FA840D-32E9-1391-4429-6D1026B06AF0}"/>
          </ac:spMkLst>
        </pc:spChg>
      </pc:sldChg>
      <pc:sldChg chg="addSp delSp modSp add mod">
        <pc:chgData name="Westlauer, Isabella" userId="bb18fa9b-6a8b-4378-9cf7-3d16afb4bbc0" providerId="ADAL" clId="{2BC41745-1DD1-4AE5-A59A-00E0B0A0A5CA}" dt="2026-03-08T21:06:34.904" v="1582" actId="1076"/>
        <pc:sldMkLst>
          <pc:docMk/>
          <pc:sldMk cId="2842120729" sldId="267"/>
        </pc:sldMkLst>
        <pc:spChg chg="mod">
          <ac:chgData name="Westlauer, Isabella" userId="bb18fa9b-6a8b-4378-9cf7-3d16afb4bbc0" providerId="ADAL" clId="{2BC41745-1DD1-4AE5-A59A-00E0B0A0A5CA}" dt="2026-03-08T19:03:52.764" v="380" actId="6549"/>
          <ac:spMkLst>
            <pc:docMk/>
            <pc:sldMk cId="2842120729" sldId="267"/>
            <ac:spMk id="2" creationId="{3ED4C994-081C-7A8B-A102-9B69E46CA7D9}"/>
          </ac:spMkLst>
        </pc:spChg>
        <pc:spChg chg="mod">
          <ac:chgData name="Westlauer, Isabella" userId="bb18fa9b-6a8b-4378-9cf7-3d16afb4bbc0" providerId="ADAL" clId="{2BC41745-1DD1-4AE5-A59A-00E0B0A0A5CA}" dt="2026-03-08T19:03:41.176" v="378" actId="14100"/>
          <ac:spMkLst>
            <pc:docMk/>
            <pc:sldMk cId="2842120729" sldId="267"/>
            <ac:spMk id="5" creationId="{561B9FC8-75E9-63B0-4963-132606B67C8E}"/>
          </ac:spMkLst>
        </pc:spChg>
        <pc:picChg chg="add mod">
          <ac:chgData name="Westlauer, Isabella" userId="bb18fa9b-6a8b-4378-9cf7-3d16afb4bbc0" providerId="ADAL" clId="{2BC41745-1DD1-4AE5-A59A-00E0B0A0A5CA}" dt="2026-03-08T19:02:49.274" v="243" actId="1076"/>
          <ac:picMkLst>
            <pc:docMk/>
            <pc:sldMk cId="2842120729" sldId="267"/>
            <ac:picMk id="3" creationId="{5F700231-6657-923E-2BCB-67317C5D1DF5}"/>
          </ac:picMkLst>
        </pc:picChg>
        <pc:picChg chg="del">
          <ac:chgData name="Westlauer, Isabella" userId="bb18fa9b-6a8b-4378-9cf7-3d16afb4bbc0" providerId="ADAL" clId="{2BC41745-1DD1-4AE5-A59A-00E0B0A0A5CA}" dt="2026-03-08T19:02:43.849" v="241" actId="478"/>
          <ac:picMkLst>
            <pc:docMk/>
            <pc:sldMk cId="2842120729" sldId="267"/>
            <ac:picMk id="4" creationId="{090C8720-A793-8C20-D42C-BCD770B2BE7C}"/>
          </ac:picMkLst>
        </pc:picChg>
        <pc:picChg chg="add mod">
          <ac:chgData name="Westlauer, Isabella" userId="bb18fa9b-6a8b-4378-9cf7-3d16afb4bbc0" providerId="ADAL" clId="{2BC41745-1DD1-4AE5-A59A-00E0B0A0A5CA}" dt="2026-03-08T21:06:34.904" v="1582" actId="1076"/>
          <ac:picMkLst>
            <pc:docMk/>
            <pc:sldMk cId="2842120729" sldId="267"/>
            <ac:picMk id="7" creationId="{78691381-77CE-1172-CFF9-D7484F5EBE52}"/>
          </ac:picMkLst>
        </pc:picChg>
        <pc:picChg chg="del">
          <ac:chgData name="Westlauer, Isabella" userId="bb18fa9b-6a8b-4378-9cf7-3d16afb4bbc0" providerId="ADAL" clId="{2BC41745-1DD1-4AE5-A59A-00E0B0A0A5CA}" dt="2026-03-08T19:02:51.650" v="244" actId="478"/>
          <ac:picMkLst>
            <pc:docMk/>
            <pc:sldMk cId="2842120729" sldId="267"/>
            <ac:picMk id="8" creationId="{5CD79EF0-E225-8DCE-2339-8527F050D1DB}"/>
          </ac:picMkLst>
        </pc:picChg>
      </pc:sldChg>
      <pc:sldChg chg="addSp delSp modSp add mod">
        <pc:chgData name="Westlauer, Isabella" userId="bb18fa9b-6a8b-4378-9cf7-3d16afb4bbc0" providerId="ADAL" clId="{2BC41745-1DD1-4AE5-A59A-00E0B0A0A5CA}" dt="2026-03-08T22:31:53.158" v="2564" actId="21"/>
        <pc:sldMkLst>
          <pc:docMk/>
          <pc:sldMk cId="1481786054" sldId="268"/>
        </pc:sldMkLst>
        <pc:spChg chg="del">
          <ac:chgData name="Westlauer, Isabella" userId="bb18fa9b-6a8b-4378-9cf7-3d16afb4bbc0" providerId="ADAL" clId="{2BC41745-1DD1-4AE5-A59A-00E0B0A0A5CA}" dt="2026-03-08T19:26:17.398" v="483" actId="478"/>
          <ac:spMkLst>
            <pc:docMk/>
            <pc:sldMk cId="1481786054" sldId="268"/>
            <ac:spMk id="2" creationId="{1912EDEF-54BC-311C-4EFC-DBBFACB48001}"/>
          </ac:spMkLst>
        </pc:spChg>
        <pc:spChg chg="add">
          <ac:chgData name="Westlauer, Isabella" userId="bb18fa9b-6a8b-4378-9cf7-3d16afb4bbc0" providerId="ADAL" clId="{2BC41745-1DD1-4AE5-A59A-00E0B0A0A5CA}" dt="2026-03-08T19:25:31.401" v="383"/>
          <ac:spMkLst>
            <pc:docMk/>
            <pc:sldMk cId="1481786054" sldId="268"/>
            <ac:spMk id="4" creationId="{9BCCCC85-3C50-5B10-59DF-31B8380001AA}"/>
          </ac:spMkLst>
        </pc:spChg>
        <pc:spChg chg="mod">
          <ac:chgData name="Westlauer, Isabella" userId="bb18fa9b-6a8b-4378-9cf7-3d16afb4bbc0" providerId="ADAL" clId="{2BC41745-1DD1-4AE5-A59A-00E0B0A0A5CA}" dt="2026-03-08T22:31:30.406" v="2561" actId="20577"/>
          <ac:spMkLst>
            <pc:docMk/>
            <pc:sldMk cId="1481786054" sldId="268"/>
            <ac:spMk id="5" creationId="{27273321-B24D-B990-70C1-E1041C1DC199}"/>
          </ac:spMkLst>
        </pc:spChg>
        <pc:spChg chg="add del mod">
          <ac:chgData name="Westlauer, Isabella" userId="bb18fa9b-6a8b-4378-9cf7-3d16afb4bbc0" providerId="ADAL" clId="{2BC41745-1DD1-4AE5-A59A-00E0B0A0A5CA}" dt="2026-03-08T20:24:45.852" v="1354" actId="21"/>
          <ac:spMkLst>
            <pc:docMk/>
            <pc:sldMk cId="1481786054" sldId="268"/>
            <ac:spMk id="11" creationId="{5D411061-F0F7-A3B5-1AAC-097B323C8C48}"/>
          </ac:spMkLst>
        </pc:spChg>
        <pc:spChg chg="add del mod">
          <ac:chgData name="Westlauer, Isabella" userId="bb18fa9b-6a8b-4378-9cf7-3d16afb4bbc0" providerId="ADAL" clId="{2BC41745-1DD1-4AE5-A59A-00E0B0A0A5CA}" dt="2026-03-08T20:24:45.852" v="1354" actId="21"/>
          <ac:spMkLst>
            <pc:docMk/>
            <pc:sldMk cId="1481786054" sldId="268"/>
            <ac:spMk id="14" creationId="{E19B0290-8828-EB36-A22E-256731409BE4}"/>
          </ac:spMkLst>
        </pc:spChg>
        <pc:graphicFrameChg chg="add mod modGraphic">
          <ac:chgData name="Westlauer, Isabella" userId="bb18fa9b-6a8b-4378-9cf7-3d16afb4bbc0" providerId="ADAL" clId="{2BC41745-1DD1-4AE5-A59A-00E0B0A0A5CA}" dt="2026-03-08T22:31:35.664" v="2562" actId="1076"/>
          <ac:graphicFrameMkLst>
            <pc:docMk/>
            <pc:sldMk cId="1481786054" sldId="268"/>
            <ac:graphicFrameMk id="8" creationId="{E332C489-2866-F035-E956-998FBC4FDB9C}"/>
          </ac:graphicFrameMkLst>
        </pc:graphicFrameChg>
        <pc:picChg chg="del">
          <ac:chgData name="Westlauer, Isabella" userId="bb18fa9b-6a8b-4378-9cf7-3d16afb4bbc0" providerId="ADAL" clId="{2BC41745-1DD1-4AE5-A59A-00E0B0A0A5CA}" dt="2026-03-08T19:25:30.619" v="382" actId="478"/>
          <ac:picMkLst>
            <pc:docMk/>
            <pc:sldMk cId="1481786054" sldId="268"/>
            <ac:picMk id="3" creationId="{5704A817-CB06-858F-C2B1-2CE46EFF567F}"/>
          </ac:picMkLst>
        </pc:picChg>
        <pc:picChg chg="add mod">
          <ac:chgData name="Westlauer, Isabella" userId="bb18fa9b-6a8b-4378-9cf7-3d16afb4bbc0" providerId="ADAL" clId="{2BC41745-1DD1-4AE5-A59A-00E0B0A0A5CA}" dt="2026-03-08T19:26:23.367" v="484" actId="14100"/>
          <ac:picMkLst>
            <pc:docMk/>
            <pc:sldMk cId="1481786054" sldId="268"/>
            <ac:picMk id="7" creationId="{5D430D5D-03F1-2DF6-911D-F8F62EF0339D}"/>
          </ac:picMkLst>
        </pc:picChg>
        <pc:picChg chg="add del mod">
          <ac:chgData name="Westlauer, Isabella" userId="bb18fa9b-6a8b-4378-9cf7-3d16afb4bbc0" providerId="ADAL" clId="{2BC41745-1DD1-4AE5-A59A-00E0B0A0A5CA}" dt="2026-03-08T20:24:45.852" v="1354" actId="21"/>
          <ac:picMkLst>
            <pc:docMk/>
            <pc:sldMk cId="1481786054" sldId="268"/>
            <ac:picMk id="10" creationId="{D8358479-6436-C94F-2987-196EE110EE36}"/>
          </ac:picMkLst>
        </pc:picChg>
        <pc:picChg chg="add del mod">
          <ac:chgData name="Westlauer, Isabella" userId="bb18fa9b-6a8b-4378-9cf7-3d16afb4bbc0" providerId="ADAL" clId="{2BC41745-1DD1-4AE5-A59A-00E0B0A0A5CA}" dt="2026-03-08T20:24:45.852" v="1354" actId="21"/>
          <ac:picMkLst>
            <pc:docMk/>
            <pc:sldMk cId="1481786054" sldId="268"/>
            <ac:picMk id="13" creationId="{D454B2A0-B79E-1D33-96FF-390C5A41CD8C}"/>
          </ac:picMkLst>
        </pc:picChg>
        <pc:picChg chg="add mod">
          <ac:chgData name="Westlauer, Isabella" userId="bb18fa9b-6a8b-4378-9cf7-3d16afb4bbc0" providerId="ADAL" clId="{2BC41745-1DD1-4AE5-A59A-00E0B0A0A5CA}" dt="2026-03-08T21:05:58.793" v="1580" actId="1076"/>
          <ac:picMkLst>
            <pc:docMk/>
            <pc:sldMk cId="1481786054" sldId="268"/>
            <ac:picMk id="15" creationId="{A4ABE411-D1A5-6F51-A9B2-51FDFAEF591E}"/>
          </ac:picMkLst>
        </pc:picChg>
        <pc:picChg chg="add del mod">
          <ac:chgData name="Westlauer, Isabella" userId="bb18fa9b-6a8b-4378-9cf7-3d16afb4bbc0" providerId="ADAL" clId="{2BC41745-1DD1-4AE5-A59A-00E0B0A0A5CA}" dt="2026-03-08T22:31:53.158" v="2564" actId="21"/>
          <ac:picMkLst>
            <pc:docMk/>
            <pc:sldMk cId="1481786054" sldId="268"/>
            <ac:picMk id="17" creationId="{7BD0F22C-8CA2-358B-EC83-BCB37BB5CFF7}"/>
          </ac:picMkLst>
        </pc:picChg>
      </pc:sldChg>
      <pc:sldChg chg="new del">
        <pc:chgData name="Westlauer, Isabella" userId="bb18fa9b-6a8b-4378-9cf7-3d16afb4bbc0" providerId="ADAL" clId="{2BC41745-1DD1-4AE5-A59A-00E0B0A0A5CA}" dt="2026-03-08T21:11:05.620" v="1598" actId="2696"/>
        <pc:sldMkLst>
          <pc:docMk/>
          <pc:sldMk cId="861070171" sldId="269"/>
        </pc:sldMkLst>
      </pc:sldChg>
      <pc:sldChg chg="addSp modSp new mod modClrScheme chgLayout">
        <pc:chgData name="Westlauer, Isabella" userId="bb18fa9b-6a8b-4378-9cf7-3d16afb4bbc0" providerId="ADAL" clId="{2BC41745-1DD1-4AE5-A59A-00E0B0A0A5CA}" dt="2026-03-09T01:45:32.986" v="4890" actId="14100"/>
        <pc:sldMkLst>
          <pc:docMk/>
          <pc:sldMk cId="2475008639" sldId="270"/>
        </pc:sldMkLst>
        <pc:spChg chg="add mod">
          <ac:chgData name="Westlauer, Isabella" userId="bb18fa9b-6a8b-4378-9cf7-3d16afb4bbc0" providerId="ADAL" clId="{2BC41745-1DD1-4AE5-A59A-00E0B0A0A5CA}" dt="2026-03-09T01:45:32.986" v="4890" actId="14100"/>
          <ac:spMkLst>
            <pc:docMk/>
            <pc:sldMk cId="2475008639" sldId="270"/>
            <ac:spMk id="2" creationId="{699FF2B4-44B7-B8AA-9947-1D490AD1F54B}"/>
          </ac:spMkLst>
        </pc:spChg>
        <pc:spChg chg="add mod ord">
          <ac:chgData name="Westlauer, Isabella" userId="bb18fa9b-6a8b-4378-9cf7-3d16afb4bbc0" providerId="ADAL" clId="{2BC41745-1DD1-4AE5-A59A-00E0B0A0A5CA}" dt="2026-03-08T20:13:23.792" v="1072" actId="20577"/>
          <ac:spMkLst>
            <pc:docMk/>
            <pc:sldMk cId="2475008639" sldId="270"/>
            <ac:spMk id="3" creationId="{58BAA782-9A52-B8A4-0527-644381099F8A}"/>
          </ac:spMkLst>
        </pc:spChg>
      </pc:sldChg>
      <pc:sldChg chg="modSp add del mod">
        <pc:chgData name="Westlauer, Isabella" userId="bb18fa9b-6a8b-4378-9cf7-3d16afb4bbc0" providerId="ADAL" clId="{2BC41745-1DD1-4AE5-A59A-00E0B0A0A5CA}" dt="2026-03-08T20:22:50.168" v="1313" actId="2696"/>
        <pc:sldMkLst>
          <pc:docMk/>
          <pc:sldMk cId="2811687545" sldId="271"/>
        </pc:sldMkLst>
        <pc:spChg chg="mod">
          <ac:chgData name="Westlauer, Isabella" userId="bb18fa9b-6a8b-4378-9cf7-3d16afb4bbc0" providerId="ADAL" clId="{2BC41745-1DD1-4AE5-A59A-00E0B0A0A5CA}" dt="2026-03-08T20:21:32.736" v="1261" actId="20577"/>
          <ac:spMkLst>
            <pc:docMk/>
            <pc:sldMk cId="2811687545" sldId="271"/>
            <ac:spMk id="2" creationId="{65FCB618-605A-421A-2D7E-BC6B62AD87FF}"/>
          </ac:spMkLst>
        </pc:spChg>
        <pc:spChg chg="mod">
          <ac:chgData name="Westlauer, Isabella" userId="bb18fa9b-6a8b-4378-9cf7-3d16afb4bbc0" providerId="ADAL" clId="{2BC41745-1DD1-4AE5-A59A-00E0B0A0A5CA}" dt="2026-03-08T20:22:04.551" v="1295" actId="20577"/>
          <ac:spMkLst>
            <pc:docMk/>
            <pc:sldMk cId="2811687545" sldId="271"/>
            <ac:spMk id="3" creationId="{3FFE3051-1D5D-D45A-58C0-63DBBE867782}"/>
          </ac:spMkLst>
        </pc:spChg>
      </pc:sldChg>
      <pc:sldChg chg="addSp delSp modSp add mod">
        <pc:chgData name="Westlauer, Isabella" userId="bb18fa9b-6a8b-4378-9cf7-3d16afb4bbc0" providerId="ADAL" clId="{2BC41745-1DD1-4AE5-A59A-00E0B0A0A5CA}" dt="2026-03-08T23:27:41.992" v="3618" actId="113"/>
        <pc:sldMkLst>
          <pc:docMk/>
          <pc:sldMk cId="2136220832" sldId="272"/>
        </pc:sldMkLst>
        <pc:spChg chg="mod">
          <ac:chgData name="Westlauer, Isabella" userId="bb18fa9b-6a8b-4378-9cf7-3d16afb4bbc0" providerId="ADAL" clId="{2BC41745-1DD1-4AE5-A59A-00E0B0A0A5CA}" dt="2026-03-08T23:27:41.992" v="3618" actId="113"/>
          <ac:spMkLst>
            <pc:docMk/>
            <pc:sldMk cId="2136220832" sldId="272"/>
            <ac:spMk id="2" creationId="{AE1D82C3-083C-6847-E41C-EA635389A1B7}"/>
          </ac:spMkLst>
        </pc:spChg>
        <pc:spChg chg="mod">
          <ac:chgData name="Westlauer, Isabella" userId="bb18fa9b-6a8b-4378-9cf7-3d16afb4bbc0" providerId="ADAL" clId="{2BC41745-1DD1-4AE5-A59A-00E0B0A0A5CA}" dt="2026-03-08T21:08:49.635" v="1594" actId="14100"/>
          <ac:spMkLst>
            <pc:docMk/>
            <pc:sldMk cId="2136220832" sldId="272"/>
            <ac:spMk id="3" creationId="{2305C471-BFF4-3398-E8CC-3FBC50382372}"/>
          </ac:spMkLst>
        </pc:spChg>
        <pc:spChg chg="add mod">
          <ac:chgData name="Westlauer, Isabella" userId="bb18fa9b-6a8b-4378-9cf7-3d16afb4bbc0" providerId="ADAL" clId="{2BC41745-1DD1-4AE5-A59A-00E0B0A0A5CA}" dt="2026-03-08T20:55:45.198" v="1553" actId="20577"/>
          <ac:spMkLst>
            <pc:docMk/>
            <pc:sldMk cId="2136220832" sldId="272"/>
            <ac:spMk id="4" creationId="{8AB8B45F-B527-4FED-1AC0-4272648C3E0F}"/>
          </ac:spMkLst>
        </pc:spChg>
        <pc:spChg chg="add">
          <ac:chgData name="Westlauer, Isabella" userId="bb18fa9b-6a8b-4378-9cf7-3d16afb4bbc0" providerId="ADAL" clId="{2BC41745-1DD1-4AE5-A59A-00E0B0A0A5CA}" dt="2026-03-08T20:49:47.717" v="1527"/>
          <ac:spMkLst>
            <pc:docMk/>
            <pc:sldMk cId="2136220832" sldId="272"/>
            <ac:spMk id="5" creationId="{8F1A3BAE-87BE-CB8D-0E18-B22DF5253C2F}"/>
          </ac:spMkLst>
        </pc:spChg>
        <pc:spChg chg="add">
          <ac:chgData name="Westlauer, Isabella" userId="bb18fa9b-6a8b-4378-9cf7-3d16afb4bbc0" providerId="ADAL" clId="{2BC41745-1DD1-4AE5-A59A-00E0B0A0A5CA}" dt="2026-03-08T20:50:18.013" v="1531"/>
          <ac:spMkLst>
            <pc:docMk/>
            <pc:sldMk cId="2136220832" sldId="272"/>
            <ac:spMk id="7" creationId="{1AFEAB93-791D-EEE3-6010-598C7AF929C1}"/>
          </ac:spMkLst>
        </pc:spChg>
        <pc:spChg chg="add">
          <ac:chgData name="Westlauer, Isabella" userId="bb18fa9b-6a8b-4378-9cf7-3d16afb4bbc0" providerId="ADAL" clId="{2BC41745-1DD1-4AE5-A59A-00E0B0A0A5CA}" dt="2026-03-08T20:54:38.147" v="1536"/>
          <ac:spMkLst>
            <pc:docMk/>
            <pc:sldMk cId="2136220832" sldId="272"/>
            <ac:spMk id="9" creationId="{8DA8335F-A416-850F-3D51-1E0DE04793AA}"/>
          </ac:spMkLst>
        </pc:spChg>
        <pc:picChg chg="add del mod">
          <ac:chgData name="Westlauer, Isabella" userId="bb18fa9b-6a8b-4378-9cf7-3d16afb4bbc0" providerId="ADAL" clId="{2BC41745-1DD1-4AE5-A59A-00E0B0A0A5CA}" dt="2026-03-08T20:50:17.230" v="1530" actId="478"/>
          <ac:picMkLst>
            <pc:docMk/>
            <pc:sldMk cId="2136220832" sldId="272"/>
            <ac:picMk id="6" creationId="{C335D97C-920C-3531-A5D4-C84523003A72}"/>
          </ac:picMkLst>
        </pc:picChg>
        <pc:picChg chg="add del mod">
          <ac:chgData name="Westlauer, Isabella" userId="bb18fa9b-6a8b-4378-9cf7-3d16afb4bbc0" providerId="ADAL" clId="{2BC41745-1DD1-4AE5-A59A-00E0B0A0A5CA}" dt="2026-03-08T20:54:37.123" v="1535" actId="478"/>
          <ac:picMkLst>
            <pc:docMk/>
            <pc:sldMk cId="2136220832" sldId="272"/>
            <ac:picMk id="8" creationId="{7F57635D-2357-4F8A-DD86-64375D3B4E84}"/>
          </ac:picMkLst>
        </pc:picChg>
        <pc:picChg chg="add mod">
          <ac:chgData name="Westlauer, Isabella" userId="bb18fa9b-6a8b-4378-9cf7-3d16afb4bbc0" providerId="ADAL" clId="{2BC41745-1DD1-4AE5-A59A-00E0B0A0A5CA}" dt="2026-03-08T21:57:52.647" v="1749" actId="1076"/>
          <ac:picMkLst>
            <pc:docMk/>
            <pc:sldMk cId="2136220832" sldId="272"/>
            <ac:picMk id="10" creationId="{00F42249-D96A-DE9E-06AF-C516B75227F9}"/>
          </ac:picMkLst>
        </pc:picChg>
        <pc:picChg chg="add mod">
          <ac:chgData name="Westlauer, Isabella" userId="bb18fa9b-6a8b-4378-9cf7-3d16afb4bbc0" providerId="ADAL" clId="{2BC41745-1DD1-4AE5-A59A-00E0B0A0A5CA}" dt="2026-03-08T21:09:53.200" v="1596" actId="1076"/>
          <ac:picMkLst>
            <pc:docMk/>
            <pc:sldMk cId="2136220832" sldId="272"/>
            <ac:picMk id="11" creationId="{6B802352-6FC8-06A5-4983-5AD215011E80}"/>
          </ac:picMkLst>
        </pc:picChg>
        <pc:picChg chg="add mod">
          <ac:chgData name="Westlauer, Isabella" userId="bb18fa9b-6a8b-4378-9cf7-3d16afb4bbc0" providerId="ADAL" clId="{2BC41745-1DD1-4AE5-A59A-00E0B0A0A5CA}" dt="2026-03-08T21:58:26.403" v="1838" actId="688"/>
          <ac:picMkLst>
            <pc:docMk/>
            <pc:sldMk cId="2136220832" sldId="272"/>
            <ac:picMk id="13" creationId="{4E7C4DA7-1A67-7EEF-218D-316E13F56321}"/>
          </ac:picMkLst>
        </pc:picChg>
      </pc:sldChg>
      <pc:sldChg chg="addSp modSp new mod">
        <pc:chgData name="Westlauer, Isabella" userId="bb18fa9b-6a8b-4378-9cf7-3d16afb4bbc0" providerId="ADAL" clId="{2BC41745-1DD1-4AE5-A59A-00E0B0A0A5CA}" dt="2026-03-08T22:34:22.457" v="2596" actId="166"/>
        <pc:sldMkLst>
          <pc:docMk/>
          <pc:sldMk cId="3308253837" sldId="273"/>
        </pc:sldMkLst>
        <pc:spChg chg="add mod">
          <ac:chgData name="Westlauer, Isabella" userId="bb18fa9b-6a8b-4378-9cf7-3d16afb4bbc0" providerId="ADAL" clId="{2BC41745-1DD1-4AE5-A59A-00E0B0A0A5CA}" dt="2026-03-08T22:00:47.642" v="1951" actId="20577"/>
          <ac:spMkLst>
            <pc:docMk/>
            <pc:sldMk cId="3308253837" sldId="273"/>
            <ac:spMk id="2" creationId="{2DBA8318-5E15-2305-EDDE-4CA58BBC4A41}"/>
          </ac:spMkLst>
        </pc:spChg>
        <pc:spChg chg="add mod ord">
          <ac:chgData name="Westlauer, Isabella" userId="bb18fa9b-6a8b-4378-9cf7-3d16afb4bbc0" providerId="ADAL" clId="{2BC41745-1DD1-4AE5-A59A-00E0B0A0A5CA}" dt="2026-03-08T22:34:22.457" v="2596" actId="166"/>
          <ac:spMkLst>
            <pc:docMk/>
            <pc:sldMk cId="3308253837" sldId="273"/>
            <ac:spMk id="3" creationId="{D81442C9-2E2F-6A52-848F-B45DDE4E851C}"/>
          </ac:spMkLst>
        </pc:spChg>
        <pc:picChg chg="add mod">
          <ac:chgData name="Westlauer, Isabella" userId="bb18fa9b-6a8b-4378-9cf7-3d16afb4bbc0" providerId="ADAL" clId="{2BC41745-1DD1-4AE5-A59A-00E0B0A0A5CA}" dt="2026-03-08T22:33:23.280" v="2572" actId="1076"/>
          <ac:picMkLst>
            <pc:docMk/>
            <pc:sldMk cId="3308253837" sldId="273"/>
            <ac:picMk id="4" creationId="{4C176F49-0D7A-53AD-2597-65D03319122F}"/>
          </ac:picMkLst>
        </pc:picChg>
      </pc:sldChg>
      <pc:sldChg chg="addSp delSp modSp add mod">
        <pc:chgData name="Westlauer, Isabella" userId="bb18fa9b-6a8b-4378-9cf7-3d16afb4bbc0" providerId="ADAL" clId="{2BC41745-1DD1-4AE5-A59A-00E0B0A0A5CA}" dt="2026-03-08T21:59:54.336" v="1916" actId="20577"/>
        <pc:sldMkLst>
          <pc:docMk/>
          <pc:sldMk cId="816894177" sldId="274"/>
        </pc:sldMkLst>
        <pc:spChg chg="del mod">
          <ac:chgData name="Westlauer, Isabella" userId="bb18fa9b-6a8b-4378-9cf7-3d16afb4bbc0" providerId="ADAL" clId="{2BC41745-1DD1-4AE5-A59A-00E0B0A0A5CA}" dt="2026-03-08T20:23:54.925" v="1350"/>
          <ac:spMkLst>
            <pc:docMk/>
            <pc:sldMk cId="816894177" sldId="274"/>
            <ac:spMk id="2" creationId="{A82034C8-8AB4-424C-17EF-2D685883BDFE}"/>
          </ac:spMkLst>
        </pc:spChg>
        <pc:spChg chg="mod">
          <ac:chgData name="Westlauer, Isabella" userId="bb18fa9b-6a8b-4378-9cf7-3d16afb4bbc0" providerId="ADAL" clId="{2BC41745-1DD1-4AE5-A59A-00E0B0A0A5CA}" dt="2026-03-08T21:59:54.336" v="1916" actId="20577"/>
          <ac:spMkLst>
            <pc:docMk/>
            <pc:sldMk cId="816894177" sldId="274"/>
            <ac:spMk id="3" creationId="{9FB98AF4-A5F5-3002-057D-707D6C9B9B78}"/>
          </ac:spMkLst>
        </pc:spChg>
        <pc:spChg chg="add">
          <ac:chgData name="Westlauer, Isabella" userId="bb18fa9b-6a8b-4378-9cf7-3d16afb4bbc0" providerId="ADAL" clId="{2BC41745-1DD1-4AE5-A59A-00E0B0A0A5CA}" dt="2026-03-08T21:53:15.535" v="1599"/>
          <ac:spMkLst>
            <pc:docMk/>
            <pc:sldMk cId="816894177" sldId="274"/>
            <ac:spMk id="5" creationId="{EF4D1CC0-C0F5-CF56-F24B-3C77BFC4FAB3}"/>
          </ac:spMkLst>
        </pc:spChg>
        <pc:spChg chg="add del mod">
          <ac:chgData name="Westlauer, Isabella" userId="bb18fa9b-6a8b-4378-9cf7-3d16afb4bbc0" providerId="ADAL" clId="{2BC41745-1DD1-4AE5-A59A-00E0B0A0A5CA}" dt="2026-03-08T21:54:33.682" v="1668"/>
          <ac:spMkLst>
            <pc:docMk/>
            <pc:sldMk cId="816894177" sldId="274"/>
            <ac:spMk id="11" creationId="{5D411061-F0F7-A3B5-1AAC-097B323C8C48}"/>
          </ac:spMkLst>
        </pc:spChg>
        <pc:spChg chg="add del mod">
          <ac:chgData name="Westlauer, Isabella" userId="bb18fa9b-6a8b-4378-9cf7-3d16afb4bbc0" providerId="ADAL" clId="{2BC41745-1DD1-4AE5-A59A-00E0B0A0A5CA}" dt="2026-03-08T21:54:33.669" v="1666" actId="478"/>
          <ac:spMkLst>
            <pc:docMk/>
            <pc:sldMk cId="816894177" sldId="274"/>
            <ac:spMk id="14" creationId="{E19B0290-8828-EB36-A22E-256731409BE4}"/>
          </ac:spMkLst>
        </pc:spChg>
        <pc:graphicFrameChg chg="add mod modGraphic">
          <ac:chgData name="Westlauer, Isabella" userId="bb18fa9b-6a8b-4378-9cf7-3d16afb4bbc0" providerId="ADAL" clId="{2BC41745-1DD1-4AE5-A59A-00E0B0A0A5CA}" dt="2026-03-08T21:59:04.517" v="1841" actId="1076"/>
          <ac:graphicFrameMkLst>
            <pc:docMk/>
            <pc:sldMk cId="816894177" sldId="274"/>
            <ac:graphicFrameMk id="4" creationId="{6B838B42-385A-CD28-32AE-279DED53250C}"/>
          </ac:graphicFrameMkLst>
        </pc:graphicFrameChg>
        <pc:picChg chg="add mod">
          <ac:chgData name="Westlauer, Isabella" userId="bb18fa9b-6a8b-4378-9cf7-3d16afb4bbc0" providerId="ADAL" clId="{2BC41745-1DD1-4AE5-A59A-00E0B0A0A5CA}" dt="2026-03-08T21:53:53.646" v="1656" actId="1076"/>
          <ac:picMkLst>
            <pc:docMk/>
            <pc:sldMk cId="816894177" sldId="274"/>
            <ac:picMk id="6" creationId="{8982D977-C063-6429-843D-12B6698B33DF}"/>
          </ac:picMkLst>
        </pc:picChg>
        <pc:picChg chg="add mod">
          <ac:chgData name="Westlauer, Isabella" userId="bb18fa9b-6a8b-4378-9cf7-3d16afb4bbc0" providerId="ADAL" clId="{2BC41745-1DD1-4AE5-A59A-00E0B0A0A5CA}" dt="2026-03-08T21:55:32.659" v="1681" actId="1076"/>
          <ac:picMkLst>
            <pc:docMk/>
            <pc:sldMk cId="816894177" sldId="274"/>
            <ac:picMk id="7" creationId="{D8358479-6436-C94F-2987-196EE110EE36}"/>
          </ac:picMkLst>
        </pc:picChg>
        <pc:picChg chg="add mod">
          <ac:chgData name="Westlauer, Isabella" userId="bb18fa9b-6a8b-4378-9cf7-3d16afb4bbc0" providerId="ADAL" clId="{2BC41745-1DD1-4AE5-A59A-00E0B0A0A5CA}" dt="2026-03-08T21:59:23.690" v="1891" actId="1036"/>
          <ac:picMkLst>
            <pc:docMk/>
            <pc:sldMk cId="816894177" sldId="274"/>
            <ac:picMk id="8" creationId="{9FE8DBAC-71C2-D863-100D-F70943F6990E}"/>
          </ac:picMkLst>
        </pc:picChg>
        <pc:picChg chg="add del mod">
          <ac:chgData name="Westlauer, Isabella" userId="bb18fa9b-6a8b-4378-9cf7-3d16afb4bbc0" providerId="ADAL" clId="{2BC41745-1DD1-4AE5-A59A-00E0B0A0A5CA}" dt="2026-03-08T21:54:40.257" v="1669" actId="21"/>
          <ac:picMkLst>
            <pc:docMk/>
            <pc:sldMk cId="816894177" sldId="274"/>
            <ac:picMk id="10" creationId="{D8358479-6436-C94F-2987-196EE110EE36}"/>
          </ac:picMkLst>
        </pc:picChg>
        <pc:picChg chg="add mod">
          <ac:chgData name="Westlauer, Isabella" userId="bb18fa9b-6a8b-4378-9cf7-3d16afb4bbc0" providerId="ADAL" clId="{2BC41745-1DD1-4AE5-A59A-00E0B0A0A5CA}" dt="2026-03-08T21:55:30.674" v="1680" actId="1076"/>
          <ac:picMkLst>
            <pc:docMk/>
            <pc:sldMk cId="816894177" sldId="274"/>
            <ac:picMk id="13" creationId="{D454B2A0-B79E-1D33-96FF-390C5A41CD8C}"/>
          </ac:picMkLst>
        </pc:picChg>
        <pc:picChg chg="add mod">
          <ac:chgData name="Westlauer, Isabella" userId="bb18fa9b-6a8b-4378-9cf7-3d16afb4bbc0" providerId="ADAL" clId="{2BC41745-1DD1-4AE5-A59A-00E0B0A0A5CA}" dt="2026-03-08T21:05:33.446" v="1578" actId="1076"/>
          <ac:picMkLst>
            <pc:docMk/>
            <pc:sldMk cId="816894177" sldId="274"/>
            <ac:picMk id="4098" creationId="{98738019-F394-AF76-AA60-E2412A0341C7}"/>
          </ac:picMkLst>
        </pc:picChg>
      </pc:sldChg>
      <pc:sldChg chg="modSp new mod ord">
        <pc:chgData name="Westlauer, Isabella" userId="bb18fa9b-6a8b-4378-9cf7-3d16afb4bbc0" providerId="ADAL" clId="{2BC41745-1DD1-4AE5-A59A-00E0B0A0A5CA}" dt="2026-03-08T22:09:40.706" v="2539" actId="20577"/>
        <pc:sldMkLst>
          <pc:docMk/>
          <pc:sldMk cId="1724108329" sldId="275"/>
        </pc:sldMkLst>
        <pc:spChg chg="mod">
          <ac:chgData name="Westlauer, Isabella" userId="bb18fa9b-6a8b-4378-9cf7-3d16afb4bbc0" providerId="ADAL" clId="{2BC41745-1DD1-4AE5-A59A-00E0B0A0A5CA}" dt="2026-03-08T22:09:40.706" v="2539" actId="20577"/>
          <ac:spMkLst>
            <pc:docMk/>
            <pc:sldMk cId="1724108329" sldId="275"/>
            <ac:spMk id="2" creationId="{D6548F1A-2257-30DB-A723-E855608A7BED}"/>
          </ac:spMkLst>
        </pc:spChg>
      </pc:sldChg>
      <pc:sldChg chg="addSp delSp modSp new mod modClrScheme chgLayout">
        <pc:chgData name="Westlauer, Isabella" userId="bb18fa9b-6a8b-4378-9cf7-3d16afb4bbc0" providerId="ADAL" clId="{2BC41745-1DD1-4AE5-A59A-00E0B0A0A5CA}" dt="2026-03-08T23:29:36.991" v="3691" actId="14100"/>
        <pc:sldMkLst>
          <pc:docMk/>
          <pc:sldMk cId="159251379" sldId="276"/>
        </pc:sldMkLst>
        <pc:spChg chg="del">
          <ac:chgData name="Westlauer, Isabella" userId="bb18fa9b-6a8b-4378-9cf7-3d16afb4bbc0" providerId="ADAL" clId="{2BC41745-1DD1-4AE5-A59A-00E0B0A0A5CA}" dt="2026-03-08T23:18:19.129" v="3132" actId="700"/>
          <ac:spMkLst>
            <pc:docMk/>
            <pc:sldMk cId="159251379" sldId="276"/>
            <ac:spMk id="2" creationId="{32DAC401-79C2-5704-8EC4-01A78746A60F}"/>
          </ac:spMkLst>
        </pc:spChg>
        <pc:spChg chg="del">
          <ac:chgData name="Westlauer, Isabella" userId="bb18fa9b-6a8b-4378-9cf7-3d16afb4bbc0" providerId="ADAL" clId="{2BC41745-1DD1-4AE5-A59A-00E0B0A0A5CA}" dt="2026-03-08T23:18:19.129" v="3132" actId="700"/>
          <ac:spMkLst>
            <pc:docMk/>
            <pc:sldMk cId="159251379" sldId="276"/>
            <ac:spMk id="3" creationId="{70E15636-6F55-3155-4327-3DAE8724064C}"/>
          </ac:spMkLst>
        </pc:spChg>
        <pc:spChg chg="add">
          <ac:chgData name="Westlauer, Isabella" userId="bb18fa9b-6a8b-4378-9cf7-3d16afb4bbc0" providerId="ADAL" clId="{2BC41745-1DD1-4AE5-A59A-00E0B0A0A5CA}" dt="2026-03-08T23:18:20.035" v="3133"/>
          <ac:spMkLst>
            <pc:docMk/>
            <pc:sldMk cId="159251379" sldId="276"/>
            <ac:spMk id="4" creationId="{8A671487-A914-937F-FC22-569B975584D4}"/>
          </ac:spMkLst>
        </pc:spChg>
        <pc:spChg chg="add">
          <ac:chgData name="Westlauer, Isabella" userId="bb18fa9b-6a8b-4378-9cf7-3d16afb4bbc0" providerId="ADAL" clId="{2BC41745-1DD1-4AE5-A59A-00E0B0A0A5CA}" dt="2026-03-08T23:19:33.959" v="3136"/>
          <ac:spMkLst>
            <pc:docMk/>
            <pc:sldMk cId="159251379" sldId="276"/>
            <ac:spMk id="6" creationId="{897A61B3-1654-3C6E-32BE-37BC8B2E4BED}"/>
          </ac:spMkLst>
        </pc:spChg>
        <pc:spChg chg="add mod">
          <ac:chgData name="Westlauer, Isabella" userId="bb18fa9b-6a8b-4378-9cf7-3d16afb4bbc0" providerId="ADAL" clId="{2BC41745-1DD1-4AE5-A59A-00E0B0A0A5CA}" dt="2026-03-08T23:28:17.348" v="3684" actId="1076"/>
          <ac:spMkLst>
            <pc:docMk/>
            <pc:sldMk cId="159251379" sldId="276"/>
            <ac:spMk id="8" creationId="{B19BD593-AF83-8703-514F-F5470AA28FBC}"/>
          </ac:spMkLst>
        </pc:spChg>
        <pc:spChg chg="add mod">
          <ac:chgData name="Westlauer, Isabella" userId="bb18fa9b-6a8b-4378-9cf7-3d16afb4bbc0" providerId="ADAL" clId="{2BC41745-1DD1-4AE5-A59A-00E0B0A0A5CA}" dt="2026-03-08T23:28:04.036" v="3656" actId="1036"/>
          <ac:spMkLst>
            <pc:docMk/>
            <pc:sldMk cId="159251379" sldId="276"/>
            <ac:spMk id="9" creationId="{138DCD1D-E258-5817-83D4-343E554CFDB0}"/>
          </ac:spMkLst>
        </pc:spChg>
        <pc:picChg chg="add mod">
          <ac:chgData name="Westlauer, Isabella" userId="bb18fa9b-6a8b-4378-9cf7-3d16afb4bbc0" providerId="ADAL" clId="{2BC41745-1DD1-4AE5-A59A-00E0B0A0A5CA}" dt="2026-03-08T23:28:09.820" v="3683" actId="1036"/>
          <ac:picMkLst>
            <pc:docMk/>
            <pc:sldMk cId="159251379" sldId="276"/>
            <ac:picMk id="5" creationId="{EB43CCC3-F6AE-4DD0-90A1-3642B01C7999}"/>
          </ac:picMkLst>
        </pc:picChg>
        <pc:picChg chg="add mod">
          <ac:chgData name="Westlauer, Isabella" userId="bb18fa9b-6a8b-4378-9cf7-3d16afb4bbc0" providerId="ADAL" clId="{2BC41745-1DD1-4AE5-A59A-00E0B0A0A5CA}" dt="2026-03-08T23:28:09.820" v="3683" actId="1036"/>
          <ac:picMkLst>
            <pc:docMk/>
            <pc:sldMk cId="159251379" sldId="276"/>
            <ac:picMk id="7" creationId="{4A1DDF49-3244-6E43-F1A4-E7BD604D9D26}"/>
          </ac:picMkLst>
        </pc:picChg>
        <pc:picChg chg="add mod">
          <ac:chgData name="Westlauer, Isabella" userId="bb18fa9b-6a8b-4378-9cf7-3d16afb4bbc0" providerId="ADAL" clId="{2BC41745-1DD1-4AE5-A59A-00E0B0A0A5CA}" dt="2026-03-08T23:29:36.991" v="3691" actId="14100"/>
          <ac:picMkLst>
            <pc:docMk/>
            <pc:sldMk cId="159251379" sldId="276"/>
            <ac:picMk id="8198" creationId="{9EBC3015-763C-1358-33C6-018D292A92F8}"/>
          </ac:picMkLst>
        </pc:picChg>
      </pc:sldChg>
      <pc:sldChg chg="delSp add del mod">
        <pc:chgData name="Westlauer, Isabella" userId="bb18fa9b-6a8b-4378-9cf7-3d16afb4bbc0" providerId="ADAL" clId="{2BC41745-1DD1-4AE5-A59A-00E0B0A0A5CA}" dt="2026-03-08T23:09:53.644" v="2871" actId="2696"/>
        <pc:sldMkLst>
          <pc:docMk/>
          <pc:sldMk cId="4067532783" sldId="276"/>
        </pc:sldMkLst>
        <pc:spChg chg="del">
          <ac:chgData name="Westlauer, Isabella" userId="bb18fa9b-6a8b-4378-9cf7-3d16afb4bbc0" providerId="ADAL" clId="{2BC41745-1DD1-4AE5-A59A-00E0B0A0A5CA}" dt="2026-03-08T23:08:00.678" v="2785" actId="21"/>
          <ac:spMkLst>
            <pc:docMk/>
            <pc:sldMk cId="4067532783" sldId="276"/>
            <ac:spMk id="2" creationId="{A1D5D228-07DD-C74F-7513-47342BD1B8FC}"/>
          </ac:spMkLst>
        </pc:spChg>
      </pc:sldChg>
      <pc:sldChg chg="addSp delSp new del mod">
        <pc:chgData name="Westlauer, Isabella" userId="bb18fa9b-6a8b-4378-9cf7-3d16afb4bbc0" providerId="ADAL" clId="{2BC41745-1DD1-4AE5-A59A-00E0B0A0A5CA}" dt="2026-03-08T23:44:44.640" v="3794" actId="2696"/>
        <pc:sldMkLst>
          <pc:docMk/>
          <pc:sldMk cId="476131102" sldId="277"/>
        </pc:sldMkLst>
        <pc:spChg chg="add">
          <ac:chgData name="Westlauer, Isabella" userId="bb18fa9b-6a8b-4378-9cf7-3d16afb4bbc0" providerId="ADAL" clId="{2BC41745-1DD1-4AE5-A59A-00E0B0A0A5CA}" dt="2026-03-08T23:39:42.251" v="3745"/>
          <ac:spMkLst>
            <pc:docMk/>
            <pc:sldMk cId="476131102" sldId="277"/>
            <ac:spMk id="2" creationId="{13E564BD-D4AA-3CB1-2F72-D9A73B8F1E45}"/>
          </ac:spMkLst>
        </pc:spChg>
        <pc:picChg chg="add del">
          <ac:chgData name="Westlauer, Isabella" userId="bb18fa9b-6a8b-4378-9cf7-3d16afb4bbc0" providerId="ADAL" clId="{2BC41745-1DD1-4AE5-A59A-00E0B0A0A5CA}" dt="2026-03-08T23:39:47.047" v="3747" actId="21"/>
          <ac:picMkLst>
            <pc:docMk/>
            <pc:sldMk cId="476131102" sldId="277"/>
            <ac:picMk id="3" creationId="{D0EF00D4-E728-04AE-8170-A2B5C3541B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A65C0-59D2-4ACB-AC03-B47FD13C652C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769FE-73E8-440C-8588-F6D000857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𝑚𝑝𝑔=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𝛽_1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𝑊𝑒𝑖𝑔ℎ𝑡+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𝜀</a:t>
                </a:r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4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CFCA-BCE0-0785-A5D0-CE60C292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804F9-0E1B-7832-D034-724DA92D4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887234A-0688-1BE6-4CEE-350CA688F4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887234A-0688-1BE6-4CEE-350CA688F4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𝑚𝑝𝑔=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𝛽_1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𝑊𝑒𝑖𝑔ℎ𝑡+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𝜀</a:t>
                </a:r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4B522-79FB-C647-3AA4-006DCF8B8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25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8132-F405-07D9-71C8-8EB4B325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277A8-3F43-6947-DA67-50E9235C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CE07DF-31A5-837D-1D2F-C4B814DC70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0CE07DF-31A5-837D-1D2F-C4B814DC701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 dataset,</a:t>
                </a:r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  <a:p>
                <a:pPr marL="91440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𝑚𝑝𝑔=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𝛽_1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𝑊𝑒𝑖𝑔ℎ𝑡+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𝜀</a:t>
                </a:r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Conduct a 6 step hypothesis test of the slope.  That is, test the claim that the slope is significantly different from zero. Show all 6 steps and quantify your uncertainty by including a 95% confidence interval for the slope.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by interpreting the slope parameter.  Again, be sure and include a 95% confidence interval in your interpretation. 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0E6C5-FEC7-C0F0-2061-E99DAECE6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0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</a:rPr>
              <a:t>Conduct a 6 step hypothesis test of the slope.  That is, test the claim that the slope is significantly different from zero. Show all 6 steps and quantify your uncertainty by including a 95% confidence interval for the slope.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06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072B-9363-B283-D152-DB460DAD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8B89-6729-7F40-E4A2-7544B6900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F447B-469F-1BD5-38E2-7F9406C0A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</a:rPr>
              <a:t>Conduct a 6 step hypothesis test of the slope.  That is, test the claim that the slope is significantly different from zero. Show all 6 steps and quantify your uncertainty by including a 95% confidence interval for the slope.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CC25C-3712-A8AE-22E9-42F29B582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2. 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cars.csv, c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onduct an internal n-fold (leave one out) cross validation of the following SLR models: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Model 1: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Model 2: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𝑊𝑒𝑖𝑔h𝑡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Which model is favored by this cross validation?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(if it has changed) (again making sure to quantify any uncertainty you may have.) 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Use the favored model to estimate the mean mpg of cars that weigh 2000 lbs.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2. Using the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</a:rPr>
                  <a:t>cars.csv, c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onduct an internal n-fold (leave one out) cross validation of the following SLR models: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Model 1: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𝑚𝑝𝑔=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𝛽_1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𝜀</a:t>
                </a:r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Model 2: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𝑚𝑝𝑔=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𝛽_1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𝑊𝑒𝑖𝑔ℎ𝑡+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𝛽_2 〖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𝑊𝑒𝑖𝑔ℎ𝑡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〗^2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+ </a:t>
                </a:r>
                <a:r>
                  <a:rPr lang="en-US" sz="2000" i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𝜀</a:t>
                </a:r>
                <a:endParaRPr lang="en-US" sz="2000" dirty="0">
                  <a:solidFill>
                    <a:srgbClr val="000000"/>
                  </a:solidFill>
                  <a:latin typeface="Arial"/>
                </a:endParaRP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Which model is favored by this cross validation?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Describe the relationship between miles per gallon and the weight of the car (if it has changed) (again making sure to quantify any uncertainty you may have.) </a:t>
                </a:r>
              </a:p>
              <a:p>
                <a:pPr marL="857250" lvl="1" indent="-457200">
                  <a:buFontTx/>
                  <a:buAutoNum type="alphaLcParenR"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</a:rPr>
                  <a:t>Use the favored model to estimate the mean mpg of cars that weigh 2000 lbs.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7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Arial"/>
              </a:rPr>
              <a:t>Describe the relationship between miles per gallon and the weight of the car (if it has changed) (again making sure to quantify any uncertainty you may have.)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93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3. Using the </a:t>
            </a:r>
            <a:r>
              <a:rPr lang="en-US" sz="2400" b="1" dirty="0"/>
              <a:t>cars.csv dataset</a:t>
            </a:r>
            <a:r>
              <a:rPr lang="en-US" sz="2400" dirty="0"/>
              <a:t>, We would like to assess the relationship (interpret slope parameter) between mpg and horsepower.  Notice that some of the </a:t>
            </a:r>
            <a:r>
              <a:rPr lang="en-US" sz="2400" dirty="0" err="1"/>
              <a:t>horsepowers</a:t>
            </a:r>
            <a:r>
              <a:rPr lang="en-US" sz="2400" dirty="0"/>
              <a:t> are missing.  </a:t>
            </a:r>
          </a:p>
          <a:p>
            <a:pPr lvl="1"/>
            <a:r>
              <a:rPr lang="en-US" sz="2000" dirty="0"/>
              <a:t>	Impute (predict and insert) the missing </a:t>
            </a:r>
            <a:r>
              <a:rPr lang="en-US" sz="2000" dirty="0" err="1"/>
              <a:t>horsepowers</a:t>
            </a:r>
            <a:r>
              <a:rPr lang="en-US" sz="2000" dirty="0"/>
              <a:t> by fitting a regression model. </a:t>
            </a:r>
          </a:p>
          <a:p>
            <a:pPr lvl="1"/>
            <a:r>
              <a:rPr lang="en-US" sz="2000" dirty="0"/>
              <a:t> You may use any of the variables as regressors EXCEPT for mpg (since we will later be using horsepower to predict mpg.) 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Assess the relationship between the mpg and the horsepower.  Make sure and include estimates of your uncertainty (</a:t>
            </a:r>
            <a:r>
              <a:rPr lang="en-US" sz="2000" dirty="0" err="1"/>
              <a:t>ie</a:t>
            </a:r>
            <a:r>
              <a:rPr lang="en-US" sz="2000" dirty="0"/>
              <a:t>. Confidence intervals.) </a:t>
            </a:r>
          </a:p>
          <a:p>
            <a:pPr lvl="1"/>
            <a:r>
              <a:rPr lang="en-US" sz="2000" dirty="0"/>
              <a:t>Use your model and imputed data to estimate the mean mpg for a car with 250 horsepower.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769FE-73E8-440C-8588-F6D0008575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1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8E1-4487-CBD3-8273-AA9240795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9E384-471D-81DB-3CAC-585C068B4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AF21-579D-05C6-696E-DF196E25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01432-4C35-4B32-DE7F-50844EB5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77180-6C71-8EBF-1746-E7C25C5B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3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3186-2B31-777D-2A51-C827E095E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A81-D157-DD1C-4027-6B5FB3AC6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F64A7-D23D-D2DF-E424-73A1D2C02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9B2-98CA-F9C7-796C-0FE573B4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1EB07-8F2E-69CC-980B-0AB76B93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1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ADA4-C327-CEF9-CED3-D308EE5D4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DA563-2788-11E5-0455-BD523A478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FC07-7B29-BCF2-58F0-61BF272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6A549-E42A-C3B5-B30F-133D483F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0B446-ED95-FB7E-B183-8FFEDBB5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E3CE-7F4B-6C85-7B7C-900C8414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6F095-E1EA-7DAA-1E4D-0FAE1150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710F1-834F-C4E4-5D8E-EF0F71EBF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F9F2F-75DD-759C-B002-695EC992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D5E17-E843-6522-94EF-25EBF682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8B0B-4B88-D60D-CD96-14D70EDE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7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6FA0-A6AD-047B-1F15-1717E6B2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A40C-3AE5-39FC-5308-381D77840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42D25-99D3-E218-530A-1F48DB05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C40B0-8675-DF1C-6E63-8E6A2DCA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65A5EB-F73F-43D8-A169-4367541CF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E81735-6BDF-9FAF-CA63-3BB68D81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872F2E-7795-E7B4-B761-DFBC8163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CDA64-D9E2-74B7-D6A0-C6802029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8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995E-55CA-B927-1FF1-5BE5501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DC5299-4998-A183-44F8-76E4DE39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A15D3-33F7-CF6F-F2CF-6C55DAB5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BC562-E8A2-36B0-7FCA-710B49AD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96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3E9D-394F-138E-3034-50978BEF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DF2E2-5EBA-FBE3-4EC2-362AD1FF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0CB4-8FAB-23F4-CD87-4847D621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1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50F4B-D679-4806-E5B9-C87407D77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7B31-9883-397A-5CC6-4688044D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C128C-516F-A2BA-4A75-8C11F0A4D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7966B-2A53-BA3F-2FA8-9852555D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A9909-6A54-AA30-06A2-9F060B2D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B308E-F54D-6910-F906-1280170EB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7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E04F-B783-28B2-D43C-50122619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F80EC0-86ED-D2CB-7C8E-9424373F2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0542-E046-D6A5-EC55-09663DD84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56EB7-A784-558B-B63C-B1626C89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197DC-60BC-865E-B2A4-F9D051F2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1B62-8D8D-6F5D-5203-3AB517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1963A-1AC8-540F-A4F8-84983BD9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C2F5B-2AE0-8C9D-1884-B27B07E2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76CAB-F7FC-1D04-90E2-8C936FC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CF53C-93EB-03F8-680F-5923D6C1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A3C-B0B1-8680-C180-DBD9FF19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834398-6BAE-A05C-3C0F-133E3D710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6DF5D-53A3-2411-FA1E-ABC16C270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B064-1F56-3165-08CC-E2D4086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E57F-B3C9-3F4E-765F-CEA04B8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CBD3-DD10-22B1-99C8-86C02B6C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8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96CD0-2B46-8B9D-F2A1-D843A6D0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9E834-A0CE-4A1D-D2BA-B8D3A1EFE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539A5-42B7-50EA-D013-1914F482E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95E84C-799E-434B-B555-A2CE91254D0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D56E-5957-AD9F-7F83-D432AB4A4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61CFA-3AD2-14EE-2F5D-06968474C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500F-868A-4BEF-936A-CD95339A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42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74E2-B062-D8FA-236A-6245A0DE1E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Unit  10 For Live Session Assignment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751-F9E3-A2B9-AF7E-8CE9B529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Isabella Westlauer</a:t>
            </a:r>
          </a:p>
          <a:p>
            <a:r>
              <a:rPr lang="en-US"/>
              <a:t>3/9/2026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43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537480-EE7E-5AA6-1F79-B24FCECC2DCC}"/>
                  </a:ext>
                </a:extLst>
              </p:cNvPr>
              <p:cNvSpPr txBox="1"/>
              <p:nvPr/>
            </p:nvSpPr>
            <p:spPr>
              <a:xfrm>
                <a:off x="766119" y="307704"/>
                <a:ext cx="83764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24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4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537480-EE7E-5AA6-1F79-B24FCECC2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19" y="307704"/>
                <a:ext cx="8376415" cy="461665"/>
              </a:xfrm>
              <a:prstGeom prst="rect">
                <a:avLst/>
              </a:prstGeom>
              <a:blipFill>
                <a:blip r:embed="rId3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0A73ADE-D81D-37E2-0356-A64C9D9AEB53}"/>
              </a:ext>
            </a:extLst>
          </p:cNvPr>
          <p:cNvSpPr txBox="1"/>
          <p:nvPr/>
        </p:nvSpPr>
        <p:spPr>
          <a:xfrm>
            <a:off x="7317835" y="3429000"/>
            <a:ext cx="6375888" cy="825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Try: MPG = 65 -0.015*Weight + (eta)</a:t>
            </a:r>
          </a:p>
          <a:p>
            <a:endParaRPr lang="en-US" dirty="0"/>
          </a:p>
          <a:p>
            <a:pPr algn="l" latinLnBrk="1">
              <a:lnSpc>
                <a:spcPts val="1200"/>
              </a:lnSpc>
              <a:buNone/>
            </a:pPr>
            <a:r>
              <a:rPr lang="en-US" dirty="0"/>
              <a:t>Fit: MPG = 46.2734 – 0.0076613*Weight + (eta)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6C1D1-8130-C9F5-2189-8BD05AD9B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96" y="1643118"/>
            <a:ext cx="6610350" cy="3914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982F5C-C788-E5DF-EE12-4D0DA7727C29}"/>
              </a:ext>
            </a:extLst>
          </p:cNvPr>
          <p:cNvSpPr txBox="1"/>
          <p:nvPr/>
        </p:nvSpPr>
        <p:spPr>
          <a:xfrm>
            <a:off x="7317835" y="2351687"/>
            <a:ext cx="4643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plot shows that a straight line is not a good fit for the data. We need to add another dimension.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061335-66B0-0590-A399-20C402DD4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087" y="402840"/>
            <a:ext cx="3028950" cy="1514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D0F22C-8CA2-358B-EC83-BCB37BB5C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7835" y="4401696"/>
            <a:ext cx="3879091" cy="91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93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DC05-4514-D503-17E0-DAE75591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3211C-5E4A-3CC6-529E-8E5F0581BAB8}"/>
                  </a:ext>
                </a:extLst>
              </p:cNvPr>
              <p:cNvSpPr txBox="1"/>
              <p:nvPr/>
            </p:nvSpPr>
            <p:spPr>
              <a:xfrm>
                <a:off x="3049466" y="307704"/>
                <a:ext cx="6093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18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8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03211C-5E4A-3CC6-529E-8E5F0581B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66" y="307704"/>
                <a:ext cx="6093068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ED4C994-081C-7A8B-A102-9B69E46CA7D9}"/>
              </a:ext>
            </a:extLst>
          </p:cNvPr>
          <p:cNvSpPr txBox="1"/>
          <p:nvPr/>
        </p:nvSpPr>
        <p:spPr>
          <a:xfrm>
            <a:off x="3536667" y="817443"/>
            <a:ext cx="6375888" cy="271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>
              <a:lnSpc>
                <a:spcPts val="1200"/>
              </a:lnSpc>
              <a:buNone/>
            </a:pPr>
            <a:r>
              <a:rPr lang="en-US" dirty="0"/>
              <a:t>Fit: MPG = 46.2734 – 0.0076613*Weight + (eta)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B9FC8-75E9-63B0-4963-132606B67C8E}"/>
              </a:ext>
            </a:extLst>
          </p:cNvPr>
          <p:cNvSpPr txBox="1"/>
          <p:nvPr/>
        </p:nvSpPr>
        <p:spPr>
          <a:xfrm>
            <a:off x="7363326" y="2141622"/>
            <a:ext cx="45048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plot shows a linear fit based on simulated data, produced by generating mpg for 7 weights based on the mean and </a:t>
            </a:r>
            <a:r>
              <a:rPr lang="en-US" dirty="0" err="1"/>
              <a:t>sd</a:t>
            </a:r>
            <a:r>
              <a:rPr lang="en-US" dirty="0"/>
              <a:t> at those weights.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00231-6657-923E-2BCB-67317C5D1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11" y="1559593"/>
            <a:ext cx="6610350" cy="3914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691381-77CE-1172-CFF9-D7484F5EB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069" y="351605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2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DB19-71AB-AFF8-641E-A145773C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EC7479-4C2D-1698-813C-0CA2DCD5319C}"/>
                  </a:ext>
                </a:extLst>
              </p:cNvPr>
              <p:cNvSpPr txBox="1"/>
              <p:nvPr/>
            </p:nvSpPr>
            <p:spPr>
              <a:xfrm>
                <a:off x="3049466" y="307704"/>
                <a:ext cx="60930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sz="1800" dirty="0">
                    <a:solidFill>
                      <a:srgbClr val="000000"/>
                    </a:solidFill>
                    <a:latin typeface="Arial"/>
                  </a:rPr>
                  <a:t>Fit the model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1800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EC7479-4C2D-1698-813C-0CA2DCD53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66" y="307704"/>
                <a:ext cx="6093068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273321-B24D-B990-70C1-E1041C1DC199}"/>
              </a:ext>
            </a:extLst>
          </p:cNvPr>
          <p:cNvSpPr txBox="1"/>
          <p:nvPr/>
        </p:nvSpPr>
        <p:spPr>
          <a:xfrm>
            <a:off x="7057631" y="2484557"/>
            <a:ext cx="4754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This plot shows the distribution of intercepts from generating samples and finding the fit 10,000 times.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30D5D-03F1-2DF6-911D-F8F62EF03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8" y="1311443"/>
            <a:ext cx="6733820" cy="39878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32C489-2866-F035-E956-998FBC4FD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74398"/>
              </p:ext>
            </p:extLst>
          </p:nvPr>
        </p:nvGraphicFramePr>
        <p:xfrm>
          <a:off x="7113778" y="3275541"/>
          <a:ext cx="462413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633">
                  <a:extLst>
                    <a:ext uri="{9D8B030D-6E8A-4147-A177-3AD203B41FA5}">
                      <a16:colId xmlns:a16="http://schemas.microsoft.com/office/drawing/2014/main" val="31120282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153101896"/>
                    </a:ext>
                  </a:extLst>
                </a:gridCol>
                <a:gridCol w="1751704">
                  <a:extLst>
                    <a:ext uri="{9D8B030D-6E8A-4147-A177-3AD203B41FA5}">
                      <a16:colId xmlns:a16="http://schemas.microsoft.com/office/drawing/2014/main" val="2812822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46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Tstat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58.02322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-29.72953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67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6.313417e-194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2.785334e-102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53654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A4ABE411-D1A5-6F51-A9B2-51FDFAEF5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282" y="577426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8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D6CD-6072-5E95-164D-3980F710A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05C471-BFF4-3398-E8CC-3FBC50382372}"/>
              </a:ext>
            </a:extLst>
          </p:cNvPr>
          <p:cNvSpPr txBox="1"/>
          <p:nvPr/>
        </p:nvSpPr>
        <p:spPr>
          <a:xfrm>
            <a:off x="460131" y="369167"/>
            <a:ext cx="7003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Test the claim that the slope is significantly different from zero.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1: hypotheses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2: draw and shade and find the critical value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1D82C3-083C-6847-E41C-EA635389A1B7}"/>
              </a:ext>
            </a:extLst>
          </p:cNvPr>
          <p:cNvSpPr txBox="1"/>
          <p:nvPr/>
        </p:nvSpPr>
        <p:spPr>
          <a:xfrm>
            <a:off x="460130" y="2938744"/>
            <a:ext cx="42094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Null hypothesis:</a:t>
            </a:r>
            <a:r>
              <a:rPr lang="en-US" dirty="0"/>
              <a:t> there is no relationship between the predictor and the outcome, or weight and mpg have no relationship</a:t>
            </a:r>
          </a:p>
          <a:p>
            <a:endParaRPr lang="en-US" dirty="0"/>
          </a:p>
          <a:p>
            <a:r>
              <a:rPr lang="en-US" b="1" dirty="0"/>
              <a:t>Alternative hypothesis:</a:t>
            </a:r>
            <a:r>
              <a:rPr lang="en-US" dirty="0"/>
              <a:t> weight and mpg are related		</a:t>
            </a:r>
          </a:p>
          <a:p>
            <a:endParaRPr lang="en-US" dirty="0"/>
          </a:p>
          <a:p>
            <a:r>
              <a:rPr lang="en-US" b="1" dirty="0"/>
              <a:t>Confidence Interval:</a:t>
            </a:r>
            <a:r>
              <a:rPr lang="en-US" dirty="0"/>
              <a:t> 0.05, the hypothesis we accept from this test will have a 95% confidence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B8B45F-B527-4FED-1AC0-4272648C3E0F}"/>
                  </a:ext>
                </a:extLst>
              </p:cNvPr>
              <p:cNvSpPr txBox="1"/>
              <p:nvPr/>
            </p:nvSpPr>
            <p:spPr>
              <a:xfrm>
                <a:off x="1943982" y="1564766"/>
                <a:ext cx="153619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≠21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=21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1.97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B8B45F-B527-4FED-1AC0-4272648C3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982" y="1564766"/>
                <a:ext cx="1536192" cy="1200329"/>
              </a:xfrm>
              <a:prstGeom prst="rect">
                <a:avLst/>
              </a:prstGeom>
              <a:blipFill>
                <a:blip r:embed="rId3"/>
                <a:stretch>
                  <a:fillRect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0F42249-D96A-DE9E-06AF-C516B7522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653" y="1564766"/>
            <a:ext cx="6610350" cy="3914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802352-6FC8-06A5-4983-5AD215011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72" y="116966"/>
            <a:ext cx="3152775" cy="1447800"/>
          </a:xfrm>
          <a:prstGeom prst="rect">
            <a:avLst/>
          </a:prstGeom>
        </p:spPr>
      </p:pic>
      <p:pic>
        <p:nvPicPr>
          <p:cNvPr id="13" name="Graphic 12" descr="Car with solid fill">
            <a:extLst>
              <a:ext uri="{FF2B5EF4-FFF2-40B4-BE49-F238E27FC236}">
                <a16:creationId xmlns:a16="http://schemas.microsoft.com/office/drawing/2014/main" id="{4E7C4DA7-1A67-7EEF-218D-316E13F563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700000">
            <a:off x="7759700" y="21082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20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2C6E-124E-8A0B-3096-D42B612A9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B98AF4-A5F5-3002-057D-707D6C9B9B78}"/>
              </a:ext>
            </a:extLst>
          </p:cNvPr>
          <p:cNvSpPr txBox="1"/>
          <p:nvPr/>
        </p:nvSpPr>
        <p:spPr>
          <a:xfrm>
            <a:off x="460130" y="369167"/>
            <a:ext cx="11271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Test the claim that the slope is significantly different from zero.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3: find the t-statistic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4: find the p-value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838B42-385A-CD28-32AE-279DED532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109652"/>
              </p:ext>
            </p:extLst>
          </p:nvPr>
        </p:nvGraphicFramePr>
        <p:xfrm>
          <a:off x="6759200" y="1712008"/>
          <a:ext cx="5189973" cy="3674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784">
                  <a:extLst>
                    <a:ext uri="{9D8B030D-6E8A-4147-A177-3AD203B41FA5}">
                      <a16:colId xmlns:a16="http://schemas.microsoft.com/office/drawing/2014/main" val="3112028203"/>
                    </a:ext>
                  </a:extLst>
                </a:gridCol>
                <a:gridCol w="1876953">
                  <a:extLst>
                    <a:ext uri="{9D8B030D-6E8A-4147-A177-3AD203B41FA5}">
                      <a16:colId xmlns:a16="http://schemas.microsoft.com/office/drawing/2014/main" val="2812822925"/>
                    </a:ext>
                  </a:extLst>
                </a:gridCol>
                <a:gridCol w="2354236">
                  <a:extLst>
                    <a:ext uri="{9D8B030D-6E8A-4147-A177-3AD203B41FA5}">
                      <a16:colId xmlns:a16="http://schemas.microsoft.com/office/drawing/2014/main" val="2761591709"/>
                    </a:ext>
                  </a:extLst>
                </a:gridCol>
              </a:tblGrid>
              <a:tr h="47397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469331"/>
                  </a:ext>
                </a:extLst>
              </a:tr>
              <a:tr h="1052291">
                <a:tc>
                  <a:txBody>
                    <a:bodyPr/>
                    <a:lstStyle/>
                    <a:p>
                      <a:r>
                        <a:rPr lang="en-US" dirty="0" err="1"/>
                        <a:t>Tstat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-29.72953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My estimate is about 30 standard errors away from 0.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674960"/>
                  </a:ext>
                </a:extLst>
              </a:tr>
              <a:tr h="818100">
                <a:tc>
                  <a:txBody>
                    <a:bodyPr/>
                    <a:lstStyle/>
                    <a:p>
                      <a:r>
                        <a:rPr lang="en-US" dirty="0" err="1"/>
                        <a:t>Pvalue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2.785334e-102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If the slope were really 0, how likely would it be to see a t-stat this extreme? Almost impossible.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853654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454B2A0-B79E-1D33-96FF-390C5A41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173" y="4165794"/>
            <a:ext cx="2237828" cy="514443"/>
          </a:xfrm>
          <a:prstGeom prst="rect">
            <a:avLst/>
          </a:prstGeom>
        </p:spPr>
      </p:pic>
      <p:pic>
        <p:nvPicPr>
          <p:cNvPr id="4098" name="Picture 2" descr="Cars — Pixar Animation Studios">
            <a:extLst>
              <a:ext uri="{FF2B5EF4-FFF2-40B4-BE49-F238E27FC236}">
                <a16:creationId xmlns:a16="http://schemas.microsoft.com/office/drawing/2014/main" id="{98738019-F394-AF76-AA60-E2412A034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975" y="14528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82D977-C063-6429-843D-12B6698B3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50" y="1471612"/>
            <a:ext cx="6610350" cy="3914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58479-6436-C94F-2987-196EE110E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840" y="2628647"/>
            <a:ext cx="1800493" cy="830997"/>
          </a:xfrm>
          <a:prstGeom prst="rect">
            <a:avLst/>
          </a:prstGeom>
        </p:spPr>
      </p:pic>
      <p:pic>
        <p:nvPicPr>
          <p:cNvPr id="8" name="Graphic 7" descr="Car with solid fill">
            <a:extLst>
              <a:ext uri="{FF2B5EF4-FFF2-40B4-BE49-F238E27FC236}">
                <a16:creationId xmlns:a16="http://schemas.microsoft.com/office/drawing/2014/main" id="{9FE8DBAC-71C2-D863-100D-F70943F699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4012687">
            <a:off x="3863226" y="19891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94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BA8318-5E15-2305-EDDE-4CA58BBC4A41}"/>
              </a:ext>
            </a:extLst>
          </p:cNvPr>
          <p:cNvSpPr txBox="1"/>
          <p:nvPr/>
        </p:nvSpPr>
        <p:spPr>
          <a:xfrm>
            <a:off x="460130" y="369167"/>
            <a:ext cx="11271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Test the claim that the slope is significantly different from zero.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5: Decision</a:t>
            </a:r>
          </a:p>
          <a:p>
            <a:pPr marL="400050" lvl="1"/>
            <a:r>
              <a:rPr lang="en-US" dirty="0">
                <a:solidFill>
                  <a:srgbClr val="000000"/>
                </a:solidFill>
                <a:latin typeface="Arial"/>
              </a:rPr>
              <a:t>Step 6: 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76F49-0D7A-53AD-2597-65D0331912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418270" y="1491353"/>
            <a:ext cx="7355460" cy="38752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1442C9-2E2F-6A52-848F-B45DDE4E851C}"/>
              </a:ext>
            </a:extLst>
          </p:cNvPr>
          <p:cNvSpPr txBox="1"/>
          <p:nvPr/>
        </p:nvSpPr>
        <p:spPr>
          <a:xfrm>
            <a:off x="2418270" y="2374900"/>
            <a:ext cx="73554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 decide to </a:t>
            </a:r>
            <a:r>
              <a:rPr lang="en-US" sz="2000" b="1" dirty="0"/>
              <a:t>reject</a:t>
            </a:r>
            <a:r>
              <a:rPr lang="en-US" sz="2000" dirty="0"/>
              <a:t> the null hypothesis, because the likelihood is almost impossible.</a:t>
            </a:r>
          </a:p>
          <a:p>
            <a:endParaRPr lang="en-US" sz="2000" dirty="0"/>
          </a:p>
          <a:p>
            <a:r>
              <a:rPr lang="en-US" sz="2000" dirty="0"/>
              <a:t>The observed </a:t>
            </a:r>
            <a:r>
              <a:rPr lang="en-US" sz="2000" b="1" dirty="0"/>
              <a:t>test statistic is far in the reject region</a:t>
            </a:r>
            <a:r>
              <a:rPr lang="en-US" sz="2000" dirty="0"/>
              <a:t>, meaning that it is very unlikely the weight and mpg of cars are unrelated.</a:t>
            </a:r>
          </a:p>
          <a:p>
            <a:endParaRPr lang="en-US" sz="2000" dirty="0"/>
          </a:p>
          <a:p>
            <a:r>
              <a:rPr lang="en-US" sz="2000" dirty="0"/>
              <a:t>That means the </a:t>
            </a:r>
            <a:r>
              <a:rPr lang="en-US" sz="2000" b="1" dirty="0"/>
              <a:t>weight and mpg are very likely related </a:t>
            </a:r>
            <a:r>
              <a:rPr lang="en-US" sz="2000" dirty="0"/>
              <a:t>and the slope is not 0!</a:t>
            </a:r>
          </a:p>
        </p:txBody>
      </p:sp>
    </p:spTree>
    <p:extLst>
      <p:ext uri="{BB962C8B-B14F-4D97-AF65-F5344CB8AC3E}">
        <p14:creationId xmlns:p14="http://schemas.microsoft.com/office/powerpoint/2010/main" val="3308253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07D296-C13D-0A12-549C-C9854AE1CCA5}"/>
              </a:ext>
            </a:extLst>
          </p:cNvPr>
          <p:cNvSpPr txBox="1"/>
          <p:nvPr/>
        </p:nvSpPr>
        <p:spPr>
          <a:xfrm>
            <a:off x="301869" y="296652"/>
            <a:ext cx="115882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1"/>
            <a:r>
              <a:rPr lang="en-US" sz="1800" dirty="0">
                <a:solidFill>
                  <a:srgbClr val="000000"/>
                </a:solidFill>
                <a:latin typeface="Arial"/>
              </a:rPr>
              <a:t>Describe the relationship between miles per gallon and the weight of the car by interpreting the slope parameter.  Again, be sure and include a 95% confidence interval in your interpretation.  </a:t>
            </a:r>
          </a:p>
        </p:txBody>
      </p:sp>
      <p:pic>
        <p:nvPicPr>
          <p:cNvPr id="5122" name="Picture 2" descr="2015 Nissan Sentra Exterior Colors | U.S. News">
            <a:extLst>
              <a:ext uri="{FF2B5EF4-FFF2-40B4-BE49-F238E27FC236}">
                <a16:creationId xmlns:a16="http://schemas.microsoft.com/office/drawing/2014/main" id="{63681B71-B85A-4B53-1004-239B3CDD1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14351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BB770-831A-5D4D-E16F-ED31FABC45B1}"/>
              </a:ext>
            </a:extLst>
          </p:cNvPr>
          <p:cNvSpPr txBox="1"/>
          <p:nvPr/>
        </p:nvSpPr>
        <p:spPr>
          <a:xfrm>
            <a:off x="2393949" y="1435100"/>
            <a:ext cx="74041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each </a:t>
            </a:r>
            <a:r>
              <a:rPr lang="en-US" sz="2000" b="1" dirty="0"/>
              <a:t>1000 pound</a:t>
            </a:r>
            <a:r>
              <a:rPr lang="en-US" sz="2000" dirty="0"/>
              <a:t> increase in vehicle weight, the average MPG decreases by </a:t>
            </a:r>
            <a:r>
              <a:rPr lang="en-US" sz="2000" b="1" dirty="0"/>
              <a:t>7.6</a:t>
            </a:r>
            <a:r>
              <a:rPr lang="en-US" sz="2000" dirty="0"/>
              <a:t>! </a:t>
            </a:r>
          </a:p>
          <a:p>
            <a:endParaRPr lang="en-US" sz="2000" dirty="0"/>
          </a:p>
          <a:p>
            <a:r>
              <a:rPr lang="en-US" sz="2000" dirty="0"/>
              <a:t>A </a:t>
            </a:r>
            <a:r>
              <a:rPr lang="en-US" sz="2000" b="1" dirty="0"/>
              <a:t>95% confidence interval</a:t>
            </a:r>
            <a:r>
              <a:rPr lang="en-US" sz="2000" dirty="0"/>
              <a:t> for the slope is approximately </a:t>
            </a:r>
            <a:r>
              <a:rPr lang="en-US" sz="2000" b="1" dirty="0"/>
              <a:t>−0.00817 to −0.00715</a:t>
            </a:r>
            <a:r>
              <a:rPr lang="en-US" sz="2000" dirty="0"/>
              <a:t>.</a:t>
            </a:r>
          </a:p>
          <a:p>
            <a:br>
              <a:rPr lang="en-US" sz="2000" dirty="0"/>
            </a:br>
            <a:r>
              <a:rPr lang="en-US" sz="2000" dirty="0"/>
              <a:t>This means we are </a:t>
            </a:r>
            <a:r>
              <a:rPr lang="en-US" sz="2000" b="1" dirty="0"/>
              <a:t>95% confident that the true decrease in MPG per additional pound of weight lies between 0.00715 and 0.00817 MPG</a:t>
            </a:r>
            <a:r>
              <a:rPr lang="en-US" sz="2000" dirty="0"/>
              <a:t> (or between </a:t>
            </a:r>
            <a:r>
              <a:rPr lang="en-US" sz="2000" b="1" dirty="0"/>
              <a:t>7.15 and 8.17 MPG per 1000 pounds</a:t>
            </a:r>
            <a:r>
              <a:rPr lang="en-US" sz="2000" dirty="0"/>
              <a:t>).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Because the entire confidence interval is </a:t>
            </a:r>
            <a:r>
              <a:rPr lang="en-US" sz="2000" b="1" dirty="0"/>
              <a:t>negative</a:t>
            </a:r>
            <a:r>
              <a:rPr lang="en-US" sz="2000" dirty="0"/>
              <a:t>, this provides strong evidence that </a:t>
            </a:r>
            <a:r>
              <a:rPr lang="en-US" sz="2000" b="1" dirty="0"/>
              <a:t>heavier cars tend to have lower fuel efficiency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045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48F1A-2257-30DB-A723-E855608A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</a:rPr>
              <a:t>Internal n-fold (leave one out) cross validation of SLR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BD04C-A463-33E5-B962-22CFEACB4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3CCC3-F6AE-4DD0-90A1-3642B01C7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" y="2081209"/>
            <a:ext cx="6035040" cy="35740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DDF49-3244-6E43-F1A4-E7BD604D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225" y="2081209"/>
            <a:ext cx="6035040" cy="35740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9BD593-AF83-8703-514F-F5470AA28FBC}"/>
              </a:ext>
            </a:extLst>
          </p:cNvPr>
          <p:cNvSpPr txBox="1"/>
          <p:nvPr/>
        </p:nvSpPr>
        <p:spPr>
          <a:xfrm>
            <a:off x="741045" y="741050"/>
            <a:ext cx="482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distribution of residuals should be normal and have constant variance for fixed values of the explanatory variable(s)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CD1D-E258-5817-83D4-343E554CFDB0}"/>
              </a:ext>
            </a:extLst>
          </p:cNvPr>
          <p:cNvSpPr txBox="1"/>
          <p:nvPr/>
        </p:nvSpPr>
        <p:spPr>
          <a:xfrm>
            <a:off x="1028700" y="5765800"/>
            <a:ext cx="967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these plots show normal distribution or constant variance?</a:t>
            </a:r>
            <a:br>
              <a:rPr lang="en-US" dirty="0"/>
            </a:br>
            <a:r>
              <a:rPr lang="en-US" dirty="0"/>
              <a:t>Can I use this type of plot to check if the assumptions of MLR are being met?</a:t>
            </a:r>
          </a:p>
        </p:txBody>
      </p:sp>
      <p:pic>
        <p:nvPicPr>
          <p:cNvPr id="8198" name="Picture 6" descr="Ford Gran Torino | Cars">
            <a:extLst>
              <a:ext uri="{FF2B5EF4-FFF2-40B4-BE49-F238E27FC236}">
                <a16:creationId xmlns:a16="http://schemas.microsoft.com/office/drawing/2014/main" id="{9EBC3015-763C-1358-33C6-018D292A9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95" b="23679"/>
          <a:stretch>
            <a:fillRect/>
          </a:stretch>
        </p:blipFill>
        <p:spPr bwMode="auto">
          <a:xfrm>
            <a:off x="7673974" y="333763"/>
            <a:ext cx="3240897" cy="150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5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0DCF991-F819-F8D3-6203-DCE1C9491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38" b="12114"/>
          <a:stretch>
            <a:fillRect/>
          </a:stretch>
        </p:blipFill>
        <p:spPr>
          <a:xfrm>
            <a:off x="114300" y="2712248"/>
            <a:ext cx="7029936" cy="37774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E00F6C-7938-E898-D453-EA85626776B6}"/>
                  </a:ext>
                </a:extLst>
              </p:cNvPr>
              <p:cNvSpPr txBox="1"/>
              <p:nvPr/>
            </p:nvSpPr>
            <p:spPr>
              <a:xfrm>
                <a:off x="723900" y="861607"/>
                <a:ext cx="45593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  <a:latin typeface="Arial"/>
                  </a:rPr>
                  <a:t>Linear Model </a:t>
                </a:r>
                <a:r>
                  <a:rPr lang="en-US" dirty="0">
                    <a:solidFill>
                      <a:srgbClr val="000000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E00F6C-7938-E898-D453-EA8562677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861607"/>
                <a:ext cx="4559300" cy="369332"/>
              </a:xfrm>
              <a:prstGeom prst="rect">
                <a:avLst/>
              </a:prstGeom>
              <a:blipFill>
                <a:blip r:embed="rId4"/>
                <a:stretch>
                  <a:fillRect l="-120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17BD99-E16F-8E0F-AC9E-8A6A6CCD0B9D}"/>
                  </a:ext>
                </a:extLst>
              </p:cNvPr>
              <p:cNvSpPr txBox="1"/>
              <p:nvPr/>
            </p:nvSpPr>
            <p:spPr>
              <a:xfrm>
                <a:off x="723899" y="1531749"/>
                <a:ext cx="4336956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charset="0"/>
                        </a:rPr>
                        <m:t>𝑀𝑆𝑃𝐸</m:t>
                      </m:r>
                      <m:r>
                        <a:rPr lang="en-US" sz="3200" i="1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bg-BG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s-I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i="1"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sz="3200" i="1">
                                  <a:latin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i="1">
                                  <a:latin typeface="Cambria Math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s-I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latin typeface="Cambria Math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32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3200" i="1">
                              <a:latin typeface="Cambria Math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17BD99-E16F-8E0F-AC9E-8A6A6CCD0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99" y="1531749"/>
                <a:ext cx="4336956" cy="9881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D5D228-07DD-C74F-7513-47342BD1B8FC}"/>
                  </a:ext>
                </a:extLst>
              </p:cNvPr>
              <p:cNvSpPr txBox="1"/>
              <p:nvPr/>
            </p:nvSpPr>
            <p:spPr>
              <a:xfrm>
                <a:off x="5448300" y="861607"/>
                <a:ext cx="64135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0000"/>
                    </a:solidFill>
                    <a:latin typeface="Arial"/>
                  </a:rPr>
                  <a:t>Quadratic Model</a:t>
                </a:r>
                <a:r>
                  <a:rPr lang="en-US" dirty="0">
                    <a:solidFill>
                      <a:srgbClr val="000000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62.27+0.0018</m:t>
                    </m:r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48*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nor/>
                      </m:rPr>
                      <a:rPr lang="en-US"/>
                      <m:t>1.692</m:t>
                    </m:r>
                    <m:r>
                      <m:rPr>
                        <m:nor/>
                      </m:rPr>
                      <a:rPr lang="en-US"/>
                      <m:t>e</m:t>
                    </m:r>
                    <m:r>
                      <m:rPr>
                        <m:nor/>
                      </m:rPr>
                      <a:rPr lang="en-US"/>
                      <m:t>-06</m:t>
                    </m:r>
                  </m:oMath>
                </a14:m>
                <a:r>
                  <a:rPr lang="en-US" dirty="0"/>
                  <a:t>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𝑊𝑒𝑖𝑔h𝑡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D5D228-07DD-C74F-7513-47342BD1B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861607"/>
                <a:ext cx="6413500" cy="646331"/>
              </a:xfrm>
              <a:prstGeom prst="rect">
                <a:avLst/>
              </a:prstGeom>
              <a:blipFill>
                <a:blip r:embed="rId6"/>
                <a:stretch>
                  <a:fillRect l="-856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678B9B-0529-40C5-4AE8-21DD6EA5E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332217"/>
              </p:ext>
            </p:extLst>
          </p:nvPr>
        </p:nvGraphicFramePr>
        <p:xfrm>
          <a:off x="5613402" y="2210025"/>
          <a:ext cx="585469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1566">
                  <a:extLst>
                    <a:ext uri="{9D8B030D-6E8A-4147-A177-3AD203B41FA5}">
                      <a16:colId xmlns:a16="http://schemas.microsoft.com/office/drawing/2014/main" val="2241101171"/>
                    </a:ext>
                  </a:extLst>
                </a:gridCol>
                <a:gridCol w="1951566">
                  <a:extLst>
                    <a:ext uri="{9D8B030D-6E8A-4147-A177-3AD203B41FA5}">
                      <a16:colId xmlns:a16="http://schemas.microsoft.com/office/drawing/2014/main" val="642370433"/>
                    </a:ext>
                  </a:extLst>
                </a:gridCol>
                <a:gridCol w="1951566">
                  <a:extLst>
                    <a:ext uri="{9D8B030D-6E8A-4147-A177-3AD203B41FA5}">
                      <a16:colId xmlns:a16="http://schemas.microsoft.com/office/drawing/2014/main" val="3513692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Quadratic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02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 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19.03893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17.72538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7965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E70A26-0F19-8D71-43A7-EBDEBC4B5006}"/>
              </a:ext>
            </a:extLst>
          </p:cNvPr>
          <p:cNvSpPr txBox="1"/>
          <p:nvPr/>
        </p:nvSpPr>
        <p:spPr>
          <a:xfrm>
            <a:off x="5613403" y="1492566"/>
            <a:ext cx="5854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did a 1000-fold cross validation of both the SLR models, and the quadratic model has the lower mean MSPE.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FE531-3D55-7D1B-CD10-B344F80C7BE6}"/>
              </a:ext>
            </a:extLst>
          </p:cNvPr>
          <p:cNvSpPr txBox="1"/>
          <p:nvPr/>
        </p:nvSpPr>
        <p:spPr>
          <a:xfrm>
            <a:off x="7324968" y="3535065"/>
            <a:ext cx="3406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quadratic model </a:t>
            </a:r>
            <a:r>
              <a:rPr lang="en-US" dirty="0"/>
              <a:t>has lower mean MSPE, so it is favorable compared to the linear model.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34C600-7B86-8E32-9112-54C8C584F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1968" y="4573786"/>
            <a:ext cx="2953654" cy="197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58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EF00D4-E728-04AE-8170-A2B5C3541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69" y="1611312"/>
            <a:ext cx="7830022" cy="46370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4FC8A8-3116-B34D-C5DF-A5E8FD011827}"/>
                  </a:ext>
                </a:extLst>
              </p:cNvPr>
              <p:cNvSpPr txBox="1"/>
              <p:nvPr/>
            </p:nvSpPr>
            <p:spPr>
              <a:xfrm>
                <a:off x="3263898" y="2159000"/>
                <a:ext cx="3911601" cy="6399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62.2-0.01848∗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𝑊𝑒𝑖𝑔h𝑡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nor/>
                      </m:rPr>
                      <a:rPr lang="en-US"/>
                      <m:t>1.692</m:t>
                    </m:r>
                    <m:r>
                      <m:rPr>
                        <m:nor/>
                      </m:rPr>
                      <a:rPr lang="en-US"/>
                      <m:t>e</m:t>
                    </m:r>
                    <m:r>
                      <m:rPr>
                        <m:nor/>
                      </m:rPr>
                      <a:rPr lang="en-US"/>
                      <m:t>−06</m:t>
                    </m:r>
                  </m:oMath>
                </a14:m>
                <a:r>
                  <a:rPr lang="en-US" dirty="0"/>
                  <a:t>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𝑊𝑒𝑖𝑔h𝑡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4FC8A8-3116-B34D-C5DF-A5E8FD011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898" y="2159000"/>
                <a:ext cx="3911601" cy="639983"/>
              </a:xfrm>
              <a:prstGeom prst="rect">
                <a:avLst/>
              </a:prstGeom>
              <a:blipFill>
                <a:blip r:embed="rId4"/>
                <a:stretch>
                  <a:fillRect l="-467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FC52B-9314-7412-8E43-6FFCED678D99}"/>
                  </a:ext>
                </a:extLst>
              </p:cNvPr>
              <p:cNvSpPr txBox="1"/>
              <p:nvPr/>
            </p:nvSpPr>
            <p:spPr>
              <a:xfrm>
                <a:off x="8483600" y="2019300"/>
                <a:ext cx="32766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MPG is modeled as a quadratic function of vehicle weight. The model predicts that MPG equals 62.27 minus 0.001848 times weight plus 1.692×10⁻⁶ times weight squared, plus a random error term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) representing variation in MPG not explained by the model.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3FC52B-9314-7412-8E43-6FFCED67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600" y="2019300"/>
                <a:ext cx="3276600" cy="2585323"/>
              </a:xfrm>
              <a:prstGeom prst="rect">
                <a:avLst/>
              </a:prstGeom>
              <a:blipFill>
                <a:blip r:embed="rId5"/>
                <a:stretch>
                  <a:fillRect l="-1676" t="-943" r="-1676" b="-3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87DF86B6-6884-7FB4-91F5-4711DEAD3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3150" y="4813300"/>
            <a:ext cx="2857500" cy="160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0C7B9A-B71E-921F-F242-102B7674B698}"/>
              </a:ext>
            </a:extLst>
          </p:cNvPr>
          <p:cNvSpPr txBox="1"/>
          <p:nvPr/>
        </p:nvSpPr>
        <p:spPr>
          <a:xfrm>
            <a:off x="939800" y="457200"/>
            <a:ext cx="74206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weight of the car is 2000 </a:t>
            </a:r>
            <a:r>
              <a:rPr lang="en-US" dirty="0" err="1"/>
              <a:t>lbs</a:t>
            </a:r>
            <a:r>
              <a:rPr lang="en-US" dirty="0"/>
              <a:t>, the mean mpg is estimated to be </a:t>
            </a:r>
            <a:r>
              <a:rPr lang="en-US" b="1" dirty="0"/>
              <a:t>32.078</a:t>
            </a:r>
            <a:r>
              <a:rPr lang="en-US" dirty="0"/>
              <a:t>, with a </a:t>
            </a:r>
            <a:r>
              <a:rPr lang="en-US" b="1" dirty="0"/>
              <a:t>97.5%</a:t>
            </a:r>
            <a:r>
              <a:rPr lang="en-US" dirty="0"/>
              <a:t> confidence interval, meaning there may be some error term that the model does not account for.</a:t>
            </a:r>
            <a:endParaRPr lang="en-US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DC1987-4C5A-DC21-C853-EA10818AD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600" y="512163"/>
            <a:ext cx="311511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2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89EE82-5847-7113-50F3-03F2AC666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12" y="4774413"/>
            <a:ext cx="2619375" cy="1743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9EE891-9A37-5228-B745-C5F45D3E79F8}"/>
              </a:ext>
            </a:extLst>
          </p:cNvPr>
          <p:cNvSpPr txBox="1"/>
          <p:nvPr/>
        </p:nvSpPr>
        <p:spPr>
          <a:xfrm>
            <a:off x="362036" y="357138"/>
            <a:ext cx="114235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Impute missing horsepower values by fitting a linear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trained a model by splitting the data into not missing HP (training set) and missing HP (test set) with Weight and Displacement as predictors “regressors”.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I replaced the 2 missing values with the predicted values.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38BEB-7E6E-176F-7442-2658C070610F}"/>
              </a:ext>
            </a:extLst>
          </p:cNvPr>
          <p:cNvSpPr txBox="1"/>
          <p:nvPr/>
        </p:nvSpPr>
        <p:spPr>
          <a:xfrm>
            <a:off x="7556500" y="2704275"/>
            <a:ext cx="4229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relationship between the mpg and the horsepower seems to have a curve similar to the MPG v. Weight. Maybe the horsepower and weight are correlated?</a:t>
            </a:r>
          </a:p>
          <a:p>
            <a:endParaRPr lang="en-US" dirty="0"/>
          </a:p>
          <a:p>
            <a:r>
              <a:rPr lang="en-US" dirty="0"/>
              <a:t>I will use a quadratic model again for this one.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EAD80-3ED6-70DE-8AE1-666618D4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8" y="2123221"/>
            <a:ext cx="661035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14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3FF646-C9A7-79B4-B925-D083576F4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7" y="1259272"/>
            <a:ext cx="7955859" cy="47116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DF7EF1-8403-FA41-E50A-B1C0C37134EC}"/>
                  </a:ext>
                </a:extLst>
              </p:cNvPr>
              <p:cNvSpPr txBox="1"/>
              <p:nvPr/>
            </p:nvSpPr>
            <p:spPr>
              <a:xfrm>
                <a:off x="3013423" y="2159031"/>
                <a:ext cx="3911601" cy="6399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𝑚𝑝𝑔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56.99-0.4673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HP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nor/>
                      </m:rP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0.001234</m:t>
                    </m:r>
                  </m:oMath>
                </a14:m>
                <a:r>
                  <a:rPr lang="en-US" dirty="0"/>
                  <a:t>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HP</m:t>
                        </m:r>
                      </m:e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DF7EF1-8403-FA41-E50A-B1C0C3713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423" y="2159031"/>
                <a:ext cx="3911601" cy="639983"/>
              </a:xfrm>
              <a:prstGeom prst="rect">
                <a:avLst/>
              </a:prstGeom>
              <a:blipFill>
                <a:blip r:embed="rId3"/>
                <a:stretch>
                  <a:fillRect l="-467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6069CEF-1631-8B41-8B1F-16DB47A3B7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9259"/>
          <a:stretch>
            <a:fillRect/>
          </a:stretch>
        </p:blipFill>
        <p:spPr>
          <a:xfrm>
            <a:off x="9132605" y="4081121"/>
            <a:ext cx="2848258" cy="2014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A840D-32E9-1391-4429-6D1026B06AF0}"/>
              </a:ext>
            </a:extLst>
          </p:cNvPr>
          <p:cNvSpPr txBox="1"/>
          <p:nvPr/>
        </p:nvSpPr>
        <p:spPr>
          <a:xfrm>
            <a:off x="6840586" y="600397"/>
            <a:ext cx="5524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/>
              <a:t>Estimated mean mpg for a car with 250 horsepower</a:t>
            </a:r>
            <a:r>
              <a:rPr lang="en-US" dirty="0"/>
              <a:t>: </a:t>
            </a:r>
            <a:r>
              <a:rPr lang="en-US" b="1" dirty="0"/>
              <a:t>17.29, </a:t>
            </a:r>
            <a:r>
              <a:rPr lang="en-US" dirty="0"/>
              <a:t>with a 97.5% confidence interval.</a:t>
            </a:r>
            <a:r>
              <a:rPr lang="en-US" sz="1800" dirty="0"/>
              <a:t>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984602-34C7-1CA9-4466-12DED0EE0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704" y="3124157"/>
            <a:ext cx="3010320" cy="609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02F206-DFA4-BCCE-FE4B-40342FC16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649" y="1967140"/>
            <a:ext cx="4296375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7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FF2B4-44B7-B8AA-9947-1D490AD1F54B}"/>
              </a:ext>
            </a:extLst>
          </p:cNvPr>
          <p:cNvSpPr txBox="1"/>
          <p:nvPr/>
        </p:nvSpPr>
        <p:spPr>
          <a:xfrm>
            <a:off x="927768" y="1690688"/>
            <a:ext cx="533333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t-statistic tells you:</a:t>
            </a:r>
          </a:p>
          <a:p>
            <a:r>
              <a:rPr lang="en-US" b="1" dirty="0"/>
              <a:t>How strong the evidence is that a coefficient is not zero.</a:t>
            </a:r>
            <a:endParaRPr lang="en-US" dirty="0"/>
          </a:p>
          <a:p>
            <a:r>
              <a:rPr lang="en-US" dirty="0"/>
              <a:t>The p-value tells you:</a:t>
            </a:r>
          </a:p>
          <a:p>
            <a:r>
              <a:rPr lang="en-US" b="1" dirty="0"/>
              <a:t>How surprising the data would be if the coefficient were actually zero.</a:t>
            </a:r>
          </a:p>
          <a:p>
            <a:endParaRPr lang="en-US" b="1" dirty="0"/>
          </a:p>
          <a:p>
            <a:r>
              <a:rPr lang="en-US" b="1" dirty="0"/>
              <a:t>I’m not sure about the confidence interval. I know there’s some error term in the linear regression equation. But, how do I know if the fit is correct with a 95% probability? Is that why we did the t-test?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BAA782-9A52-B8A4-0527-64438109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Questions</a:t>
            </a:r>
          </a:p>
        </p:txBody>
      </p:sp>
    </p:spTree>
    <p:extLst>
      <p:ext uri="{BB962C8B-B14F-4D97-AF65-F5344CB8AC3E}">
        <p14:creationId xmlns:p14="http://schemas.microsoft.com/office/powerpoint/2010/main" val="2475008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1624</Words>
  <Application>Microsoft Office PowerPoint</Application>
  <PresentationFormat>Widescreen</PresentationFormat>
  <Paragraphs>125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Unit  10 For Live Session Assignment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Internal n-fold (leave one out) cross validation of SLR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Takeaways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1</cp:revision>
  <dcterms:created xsi:type="dcterms:W3CDTF">2026-01-23T01:05:28Z</dcterms:created>
  <dcterms:modified xsi:type="dcterms:W3CDTF">2026-03-09T01:46:27Z</dcterms:modified>
</cp:coreProperties>
</file>
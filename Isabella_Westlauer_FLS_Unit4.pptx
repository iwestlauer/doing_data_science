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DA78-C3BD-FDE8-A45E-F3850BC63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B3A37-5572-15FB-DFFE-21D203D67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D5AB2-73DF-0696-449D-46035841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15E2A-A230-2F61-011D-12AFAA06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42DE3-C823-22F9-A1A9-9A197196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64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2AB75-C755-094C-3250-1AED1B79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F583-EEF1-69A3-E6F5-2D7601B80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8BD53-E227-0598-4B99-35B0DC91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7DA94-4F89-54FE-947B-96629DC2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9465E-9B43-F3EB-50C8-8340F2D0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5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446B-49CC-E6F7-C07A-ACFAEF230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F19F2-786B-D074-B516-26DEC51D5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D05D6-4FEB-B332-3A62-8064BB5F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8EF4C-C100-5BF7-E5F8-272F1561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2BA56-6A0E-D469-395F-9FD30F789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6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3419E-4E0E-2791-1689-FE3254DE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B6B7B-0D79-EF92-6CA0-1ADF0BEBD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01A8C-B984-34C6-F682-397C695D6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49D6A-F87C-9DB7-0BBB-0BBD49B10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FB8AA-C59B-682C-C6DF-B786FD4A2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1DDD2-148C-B8F5-1A4B-4B9AC2F8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73B29-B589-DBF0-00E7-2790DE7C1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13071-1386-9BB7-CEE4-61A7CAAFE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E9B70-482C-6903-8A56-315FDFA77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6DEB0-5D4D-5E16-CB35-AF2B0C37A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29E6C-DFC5-D369-426D-A41852DAF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F09554-A96B-2A99-4815-B0B8871E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D65E1-4CD8-F8E5-DC5C-31B5E1ED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34D58-E96D-A4EB-65CE-F0416710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4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CD6A-B42E-41BD-60D9-16CB5E94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FDD46-9F44-0ED7-3AC4-E1FE55C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5ED52-DC37-C14E-D2A4-2054C71F1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A7B90-ACD8-929E-CAE4-A964C964A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5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D75158-F67C-995A-6CFE-95632352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B9DAF-7F89-86B2-40C9-1142B6D2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466EE-81DA-C48E-AE67-E9D6A706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1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7555-9DCD-1D6F-78A6-5C53DACAF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82D95-BAAB-2280-79FB-4ADF6C461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D9742-4DBF-D43B-DB67-CEBBE881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B1E86-2226-09DA-71F1-B83F72B3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CF5B8-60A3-1506-F84D-4C89E0CE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48E09-01E5-D3B0-D2DC-6DCED546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13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13D4-60D4-9C2E-A13F-107A78EA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4FF1B-2870-0BB1-9AFF-A0D010E1D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953FB-588A-392C-3A4D-3D48FE428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99B52-1C47-7947-F709-FB1ECD5D3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3957A-B6C1-CAA6-2492-8DEC12D7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696D6-0CF9-E7C6-E0B3-FE1610DA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9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D93D-27BB-7376-862B-141F95CC5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DFCCE-1EDF-D1FA-79D9-6D154C699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3DD97-4EFB-9B0C-DC30-E85AB52B2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616AB-01FA-E374-F702-17D553107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0DBB1-A6AA-6497-1CC7-C0DCC448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AD71E-DD31-535F-8219-C257802F0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A0010-E6BF-B52A-DF6A-4630EE619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7597D-913E-43D7-04A2-BF1621670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80078-C8F8-89FB-9EEE-0BE15370E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1AB34-D35D-90D6-6EF7-B04C7205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3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4660B-C30A-F32A-6E5E-B6E797C8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05EC1-59F6-AD17-A8E1-8E06E69A2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961F7-65A3-C63F-6D96-C24AE90E7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286B2-0558-4696-8DE1-CD927815B46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5BE50-D3AB-F1DF-F949-703D677AA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C6BBB-3DE6-FEB5-4E12-15EED4398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6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DAF1-464F-54BD-06D3-2C829FDD6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4 For Live Session 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E8A07-7249-D55A-8851-F8F4F6D89B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Isabella Westlauer</a:t>
            </a:r>
          </a:p>
          <a:p>
            <a:r>
              <a:rPr lang="en-US" dirty="0"/>
              <a:t>1/26/2026</a:t>
            </a:r>
          </a:p>
        </p:txBody>
      </p:sp>
    </p:spTree>
    <p:extLst>
      <p:ext uri="{BB962C8B-B14F-4D97-AF65-F5344CB8AC3E}">
        <p14:creationId xmlns:p14="http://schemas.microsoft.com/office/powerpoint/2010/main" val="286248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9DA0-19AF-3401-F61B-E229E0D4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Scraping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8129B-A4CB-3321-5765-DB7C1EBFBE51}"/>
              </a:ext>
            </a:extLst>
          </p:cNvPr>
          <p:cNvSpPr txBox="1"/>
          <p:nvPr/>
        </p:nvSpPr>
        <p:spPr>
          <a:xfrm>
            <a:off x="838201" y="1825626"/>
            <a:ext cx="30304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Run the example code in the file Unit 4 Web </a:t>
            </a:r>
            <a:r>
              <a:rPr lang="en-US" sz="2400" dirty="0" err="1"/>
              <a:t>Scraping.R</a:t>
            </a:r>
            <a:r>
              <a:rPr lang="en-US" sz="2400" dirty="0"/>
              <a:t>  This will help tremendously with the web scraping in Part 1.  You will have to learn the grep and </a:t>
            </a:r>
            <a:r>
              <a:rPr lang="en-US" sz="2400" dirty="0" err="1"/>
              <a:t>grepl</a:t>
            </a:r>
            <a:r>
              <a:rPr lang="en-US" sz="2400" dirty="0"/>
              <a:t> functions which I think you will find very useful and we will extend on in the future.   (1 hour)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5449-B9AD-E3C8-C39B-63BCFE9E2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15" y="1825625"/>
            <a:ext cx="7485185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Scrape the XML page for name, </a:t>
            </a:r>
            <a:r>
              <a:rPr lang="en-US" dirty="0" err="1"/>
              <a:t>zipcode</a:t>
            </a:r>
            <a:r>
              <a:rPr lang="en-US" dirty="0"/>
              <a:t> and city council district.  (Use either the XML or </a:t>
            </a:r>
            <a:r>
              <a:rPr lang="en-US" dirty="0" err="1"/>
              <a:t>rvest</a:t>
            </a:r>
            <a:r>
              <a:rPr lang="en-US" dirty="0"/>
              <a:t> package.)</a:t>
            </a:r>
          </a:p>
          <a:p>
            <a:r>
              <a:rPr lang="en-US" dirty="0"/>
              <a:t>Make a </a:t>
            </a:r>
            <a:r>
              <a:rPr lang="en-US" dirty="0" err="1"/>
              <a:t>dataframe</a:t>
            </a:r>
            <a:r>
              <a:rPr lang="en-US" dirty="0"/>
              <a:t> with just those columns.</a:t>
            </a:r>
          </a:p>
          <a:p>
            <a:r>
              <a:rPr lang="en-US" dirty="0"/>
              <a:t>Are there any Sushi restaurants in Baltimore? (Where the dataset is from.)</a:t>
            </a:r>
          </a:p>
          <a:p>
            <a:r>
              <a:rPr lang="en-US" dirty="0"/>
              <a:t>If so, can you estimate how many?</a:t>
            </a:r>
          </a:p>
          <a:p>
            <a:r>
              <a:rPr lang="en-US" dirty="0"/>
              <a:t>Filter the </a:t>
            </a:r>
            <a:r>
              <a:rPr lang="en-US" dirty="0" err="1"/>
              <a:t>dataframe</a:t>
            </a:r>
            <a:r>
              <a:rPr lang="en-US" dirty="0"/>
              <a:t> for just downtown restaurants (Council District 11). </a:t>
            </a:r>
          </a:p>
          <a:p>
            <a:r>
              <a:rPr lang="en-US" dirty="0"/>
              <a:t>Are there any Sushi restaurants downtown?  # research the “grep” function</a:t>
            </a:r>
          </a:p>
          <a:p>
            <a:r>
              <a:rPr lang="en-US" dirty="0"/>
              <a:t>If so, estimate how many “Sushi” restaurants are in Downtown</a:t>
            </a:r>
          </a:p>
          <a:p>
            <a:r>
              <a:rPr lang="en-US" dirty="0"/>
              <a:t>Make a </a:t>
            </a:r>
            <a:r>
              <a:rPr lang="en-US" dirty="0" err="1"/>
              <a:t>barplot</a:t>
            </a:r>
            <a:r>
              <a:rPr lang="en-US" dirty="0"/>
              <a:t> of the estimated number of restaurants (Sushi or otherwise) in each council.</a:t>
            </a:r>
          </a:p>
        </p:txBody>
      </p:sp>
    </p:spTree>
    <p:extLst>
      <p:ext uri="{BB962C8B-B14F-4D97-AF65-F5344CB8AC3E}">
        <p14:creationId xmlns:p14="http://schemas.microsoft.com/office/powerpoint/2010/main" val="909312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1229-B8D8-2937-2697-CF10755E6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Scrape the XML page for name, </a:t>
            </a:r>
            <a:r>
              <a:rPr lang="en-US" dirty="0" err="1"/>
              <a:t>zipcode</a:t>
            </a:r>
            <a:r>
              <a:rPr lang="en-US" dirty="0"/>
              <a:t> and city council district.  (Use either the XML or </a:t>
            </a:r>
            <a:r>
              <a:rPr lang="en-US" dirty="0" err="1"/>
              <a:t>rvest</a:t>
            </a:r>
            <a:r>
              <a:rPr lang="en-US" dirty="0"/>
              <a:t> package.)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EAD8FF-C7C8-37B1-C28C-D7E056AA2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7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44D8-066B-233E-9688-78FFF8E9D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 </a:t>
            </a:r>
            <a:r>
              <a:rPr lang="en-US" dirty="0" err="1"/>
              <a:t>dataframe</a:t>
            </a:r>
            <a:r>
              <a:rPr lang="en-US" dirty="0"/>
              <a:t> with just those columns.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9905A-07C7-F2CA-C847-2253EE71E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4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9FA11-CBBB-8BAE-496B-9C906E1E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Tidy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C3866-043F-4D6F-C891-C6B119E9C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“There are three interrelated rules that make a dataset tidy:</a:t>
            </a:r>
          </a:p>
          <a:p>
            <a:pPr marL="457200" lvl="1" indent="0">
              <a:buNone/>
            </a:pPr>
            <a:r>
              <a:rPr lang="en-US" dirty="0"/>
              <a:t>Each variable is a column; each column is a variable.</a:t>
            </a:r>
          </a:p>
          <a:p>
            <a:pPr marL="457200" lvl="1" indent="0">
              <a:buNone/>
            </a:pPr>
            <a:r>
              <a:rPr lang="en-US" dirty="0"/>
              <a:t>Each observation is a row; each row is an observation.</a:t>
            </a:r>
          </a:p>
          <a:p>
            <a:pPr marL="457200" lvl="1" indent="0">
              <a:buNone/>
            </a:pPr>
            <a:r>
              <a:rPr lang="en-US" dirty="0"/>
              <a:t>Each value is a cell; each cell is a single value.”</a:t>
            </a:r>
          </a:p>
          <a:p>
            <a:pPr marL="457200" lvl="1" indent="0">
              <a:buNone/>
            </a:pPr>
            <a:r>
              <a:rPr lang="en-US" dirty="0"/>
              <a:t>(</a:t>
            </a:r>
            <a:r>
              <a:rPr lang="en-US"/>
              <a:t>Hadley)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069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61B9D-C38C-4BAE-AB2A-D4A6B91E0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NASA SBDB (Small-Body </a:t>
            </a:r>
            <a:r>
              <a:rPr lang="en-US" dirty="0" err="1"/>
              <a:t>DataBase</a:t>
            </a:r>
            <a:r>
              <a:rPr lang="en-US" dirty="0"/>
              <a:t>) API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7A3BB6-8361-0ADC-69F9-AC4B73A18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8522" y="2353239"/>
            <a:ext cx="6134956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37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269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Unit 4 For Live Session Assignment</vt:lpstr>
      <vt:lpstr>Web Scraping</vt:lpstr>
      <vt:lpstr>Scrape the XML page for name, zipcode and city council district.  (Use either the XML or rvest package.)</vt:lpstr>
      <vt:lpstr>Make a dataframe with just those columns.</vt:lpstr>
      <vt:lpstr>Tidy Data</vt:lpstr>
      <vt:lpstr>NASA SBDB (Small-Body DataBase)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Westlauer, Isabella</dc:creator>
  <cp:lastModifiedBy>Westlauer, Isabella</cp:lastModifiedBy>
  <cp:revision>3</cp:revision>
  <dcterms:created xsi:type="dcterms:W3CDTF">2026-01-23T02:27:52Z</dcterms:created>
  <dcterms:modified xsi:type="dcterms:W3CDTF">2026-01-24T06:52:47Z</dcterms:modified>
</cp:coreProperties>
</file>